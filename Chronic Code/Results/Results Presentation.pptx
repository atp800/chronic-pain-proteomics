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9"/>
  </p:notesMasterIdLst>
  <p:sldIdLst>
    <p:sldId id="2561" r:id="rId2"/>
    <p:sldId id="2569" r:id="rId3"/>
    <p:sldId id="2565" r:id="rId4"/>
    <p:sldId id="2580" r:id="rId5"/>
    <p:sldId id="2590" r:id="rId6"/>
    <p:sldId id="2592" r:id="rId7"/>
    <p:sldId id="2582" r:id="rId8"/>
    <p:sldId id="2583" r:id="rId9"/>
    <p:sldId id="2591" r:id="rId10"/>
    <p:sldId id="2593" r:id="rId11"/>
    <p:sldId id="2585" r:id="rId12"/>
    <p:sldId id="2581" r:id="rId13"/>
    <p:sldId id="2584" r:id="rId14"/>
    <p:sldId id="2586" r:id="rId15"/>
    <p:sldId id="2587" r:id="rId16"/>
    <p:sldId id="2588" r:id="rId17"/>
    <p:sldId id="2589"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esenting Results From a Proteomic Analysis: Methods, Insights, and Implications" id="{00ED05AA-3DD3-4F2A-9B26-C951EE87F5F7}">
          <p14:sldIdLst>
            <p14:sldId id="2561"/>
            <p14:sldId id="2569"/>
            <p14:sldId id="2565"/>
            <p14:sldId id="2580"/>
            <p14:sldId id="2590"/>
            <p14:sldId id="2592"/>
            <p14:sldId id="2582"/>
            <p14:sldId id="2583"/>
            <p14:sldId id="2591"/>
            <p14:sldId id="2593"/>
            <p14:sldId id="2585"/>
            <p14:sldId id="2581"/>
            <p14:sldId id="2584"/>
            <p14:sldId id="2586"/>
            <p14:sldId id="2587"/>
            <p14:sldId id="2588"/>
            <p14:sldId id="2589"/>
          </p14:sldIdLst>
        </p14:section>
        <p14:section name="Overview of Proteomic Analysis" id="{9F125DDE-8F99-49AA-A9EA-4E4CA0A6BA2F}">
          <p14:sldIdLst/>
        </p14:section>
        <p14:section name="Experimental Design and Methodology" id="{E78918D0-2A1E-42A1-8113-F14F73877653}">
          <p14:sldIdLst/>
        </p14:section>
        <p14:section name="Key Findings and Data Interpretation" id="{D4943BA4-EA4B-4375-88E1-512152B0CF76}">
          <p14:sldIdLst/>
        </p14:section>
        <p14:section name="Challenges, Limitations, and Future Directions" id="{71FD972A-90E9-4C73-B1E9-A77DA331F1E1}">
          <p14:sldIdLst/>
        </p14:section>
        <p14:section name="Conclusion: Unlocking the Power of Proteomics for Future Discoveries" id="{A86D23F1-EEF4-4699-A9AA-4A2D53823D41}">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99D0ACB-85E0-406B-9EDF-A956B2005F21}" v="5" dt="2026-02-09T02:22:12.4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5" autoAdjust="0"/>
    <p:restoredTop sz="94660"/>
  </p:normalViewPr>
  <p:slideViewPr>
    <p:cSldViewPr snapToGrid="0">
      <p:cViewPr>
        <p:scale>
          <a:sx n="75" d="100"/>
          <a:sy n="75" d="100"/>
        </p:scale>
        <p:origin x="1845" y="1077"/>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72C9E2-9791-4D69-A93E-03ED23C5ED30}" type="datetimeFigureOut">
              <a:rPr lang="en-GB" smtClean="0"/>
              <a:t>09/02/2026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E3D6FF-8927-4178-A9EB-FF5E275EA65B}" type="slidenum">
              <a:rPr lang="en-GB" smtClean="0"/>
              <a:t>‹#›</a:t>
            </a:fld>
            <a:endParaRPr lang="en-GB"/>
          </a:p>
        </p:txBody>
      </p:sp>
    </p:spTree>
    <p:extLst>
      <p:ext uri="{BB962C8B-B14F-4D97-AF65-F5344CB8AC3E}">
        <p14:creationId xmlns:p14="http://schemas.microsoft.com/office/powerpoint/2010/main" val="28670814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Image source: AI-generated</a:t>
            </a:r>
          </a:p>
        </p:txBody>
      </p:sp>
      <p:sp>
        <p:nvSpPr>
          <p:cNvPr id="4" name="Slide Number Placeholder 3"/>
          <p:cNvSpPr>
            <a:spLocks noGrp="1"/>
          </p:cNvSpPr>
          <p:nvPr>
            <p:ph type="sldNum" sz="quarter" idx="5"/>
          </p:nvPr>
        </p:nvSpPr>
        <p:spPr/>
        <p:txBody>
          <a:bodyPr/>
          <a:lstStyle/>
          <a:p>
            <a:fld id="{3B2D4C9E-F2DD-4A92-9C7B-6F724A46AB39}" type="slidenum">
              <a:rPr lang="en-GB" smtClean="0"/>
              <a:t>1</a:t>
            </a:fld>
            <a:endParaRPr lang="en-GB"/>
          </a:p>
        </p:txBody>
      </p:sp>
    </p:spTree>
    <p:extLst>
      <p:ext uri="{BB962C8B-B14F-4D97-AF65-F5344CB8AC3E}">
        <p14:creationId xmlns:p14="http://schemas.microsoft.com/office/powerpoint/2010/main" val="12966293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Mass spectrometry (MS) is central to proteomics, enabling precise identification and quantification of proteins. Typical workflows include protein digestion into peptides, separation by liquid chromatography, ionization, and MS/MS fragment analysis. High-resolution MS instruments improve sensitivity and accuracy. Data-dependent acquisition (DDA) and data-independent acquisition (DIA) represent different strategies with trade-offs in depth and reproducibility.</a:t>
            </a:r>
          </a:p>
        </p:txBody>
      </p:sp>
      <p:sp>
        <p:nvSpPr>
          <p:cNvPr id="4" name="Slide Number Placeholder 3"/>
          <p:cNvSpPr>
            <a:spLocks noGrp="1"/>
          </p:cNvSpPr>
          <p:nvPr>
            <p:ph type="sldNum" sz="quarter" idx="5"/>
          </p:nvPr>
        </p:nvSpPr>
        <p:spPr/>
        <p:txBody>
          <a:bodyPr/>
          <a:lstStyle/>
          <a:p>
            <a:fld id="{3B2D4C9E-F2DD-4A92-9C7B-6F724A46AB39}" type="slidenum">
              <a:rPr lang="en-GB" smtClean="0"/>
              <a:t>2</a:t>
            </a:fld>
            <a:endParaRPr lang="en-GB"/>
          </a:p>
        </p:txBody>
      </p:sp>
    </p:spTree>
    <p:extLst>
      <p:ext uri="{BB962C8B-B14F-4D97-AF65-F5344CB8AC3E}">
        <p14:creationId xmlns:p14="http://schemas.microsoft.com/office/powerpoint/2010/main" val="3577200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Proteomics complements genomics, transcriptomics, and metabolomics by providing a snapshot of the actual functional molecules in the cell rather than potential capabilities encoded by DNA or RNA. While genomics reveals gene sequences, and transcriptomics profiles gene expression, proteomics measures protein levels and modifications, which often do not correlate directly with mRNA abundance. This makes proteomics indispensable for understanding functional biology and bridging the gap between genotype and phenotype.</a:t>
            </a:r>
          </a:p>
        </p:txBody>
      </p:sp>
      <p:sp>
        <p:nvSpPr>
          <p:cNvPr id="4" name="Slide Number Placeholder 3"/>
          <p:cNvSpPr>
            <a:spLocks noGrp="1"/>
          </p:cNvSpPr>
          <p:nvPr>
            <p:ph type="sldNum" sz="quarter" idx="5"/>
          </p:nvPr>
        </p:nvSpPr>
        <p:spPr/>
        <p:txBody>
          <a:bodyPr/>
          <a:lstStyle/>
          <a:p>
            <a:fld id="{3B2D4C9E-F2DD-4A92-9C7B-6F724A46AB39}" type="slidenum">
              <a:rPr lang="en-GB" smtClean="0"/>
              <a:t>3</a:t>
            </a:fld>
            <a:endParaRPr lang="en-GB"/>
          </a:p>
        </p:txBody>
      </p:sp>
    </p:spTree>
    <p:extLst>
      <p:ext uri="{BB962C8B-B14F-4D97-AF65-F5344CB8AC3E}">
        <p14:creationId xmlns:p14="http://schemas.microsoft.com/office/powerpoint/2010/main" val="25728712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4DD20-A6B1-F058-50BC-08CCD83266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5B1719-C057-6586-17E4-DDC43AF14C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793637-60CC-ECAE-4907-589C7E99EF09}"/>
              </a:ext>
            </a:extLst>
          </p:cNvPr>
          <p:cNvSpPr>
            <a:spLocks noGrp="1"/>
          </p:cNvSpPr>
          <p:nvPr>
            <p:ph type="body" idx="1"/>
          </p:nvPr>
        </p:nvSpPr>
        <p:spPr/>
        <p:txBody>
          <a:bodyPr/>
          <a:lstStyle/>
          <a:p>
            <a:r>
              <a:rPr lang="en-GB"/>
              <a:t>Mass spectrometry (MS) is central to proteomics, enabling precise identification and quantification of proteins. Typical workflows include protein digestion into peptides, separation by liquid chromatography, ionization, and MS/MS fragment analysis. High-resolution MS instruments improve sensitivity and accuracy. Data-dependent acquisition (DDA) and data-independent acquisition (DIA) represent different strategies with trade-offs in depth and reproducibility.</a:t>
            </a:r>
          </a:p>
        </p:txBody>
      </p:sp>
      <p:sp>
        <p:nvSpPr>
          <p:cNvPr id="4" name="Slide Number Placeholder 3">
            <a:extLst>
              <a:ext uri="{FF2B5EF4-FFF2-40B4-BE49-F238E27FC236}">
                <a16:creationId xmlns:a16="http://schemas.microsoft.com/office/drawing/2014/main" id="{BD9494B0-A2DF-D909-CE1B-36CD31304C32}"/>
              </a:ext>
            </a:extLst>
          </p:cNvPr>
          <p:cNvSpPr>
            <a:spLocks noGrp="1"/>
          </p:cNvSpPr>
          <p:nvPr>
            <p:ph type="sldNum" sz="quarter" idx="5"/>
          </p:nvPr>
        </p:nvSpPr>
        <p:spPr/>
        <p:txBody>
          <a:bodyPr/>
          <a:lstStyle/>
          <a:p>
            <a:fld id="{3B2D4C9E-F2DD-4A92-9C7B-6F724A46AB39}" type="slidenum">
              <a:rPr lang="en-GB" smtClean="0"/>
              <a:t>4</a:t>
            </a:fld>
            <a:endParaRPr lang="en-GB"/>
          </a:p>
        </p:txBody>
      </p:sp>
    </p:spTree>
    <p:extLst>
      <p:ext uri="{BB962C8B-B14F-4D97-AF65-F5344CB8AC3E}">
        <p14:creationId xmlns:p14="http://schemas.microsoft.com/office/powerpoint/2010/main" val="29293724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C60FD7-4AF1-3FD7-F692-40699C8E59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24B4F9-081F-E909-B434-5BAB8CDAE6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509B67-B865-9702-822D-119FCED46852}"/>
              </a:ext>
            </a:extLst>
          </p:cNvPr>
          <p:cNvSpPr>
            <a:spLocks noGrp="1"/>
          </p:cNvSpPr>
          <p:nvPr>
            <p:ph type="body" idx="1"/>
          </p:nvPr>
        </p:nvSpPr>
        <p:spPr/>
        <p:txBody>
          <a:bodyPr/>
          <a:lstStyle/>
          <a:p>
            <a:r>
              <a:rPr lang="en-GB"/>
              <a:t>Mass spectrometry (MS) is central to proteomics, enabling precise identification and quantification of proteins. Typical workflows include protein digestion into peptides, separation by liquid chromatography, ionization, and MS/MS fragment analysis. High-resolution MS instruments improve sensitivity and accuracy. Data-dependent acquisition (DDA) and data-independent acquisition (DIA) represent different strategies with trade-offs in depth and reproducibility.</a:t>
            </a:r>
          </a:p>
        </p:txBody>
      </p:sp>
      <p:sp>
        <p:nvSpPr>
          <p:cNvPr id="4" name="Slide Number Placeholder 3">
            <a:extLst>
              <a:ext uri="{FF2B5EF4-FFF2-40B4-BE49-F238E27FC236}">
                <a16:creationId xmlns:a16="http://schemas.microsoft.com/office/drawing/2014/main" id="{1D4E0D89-5E26-38C5-A04F-A0EAA3EF6D78}"/>
              </a:ext>
            </a:extLst>
          </p:cNvPr>
          <p:cNvSpPr>
            <a:spLocks noGrp="1"/>
          </p:cNvSpPr>
          <p:nvPr>
            <p:ph type="sldNum" sz="quarter" idx="5"/>
          </p:nvPr>
        </p:nvSpPr>
        <p:spPr/>
        <p:txBody>
          <a:bodyPr/>
          <a:lstStyle/>
          <a:p>
            <a:fld id="{3B2D4C9E-F2DD-4A92-9C7B-6F724A46AB39}" type="slidenum">
              <a:rPr lang="en-GB" smtClean="0"/>
              <a:t>5</a:t>
            </a:fld>
            <a:endParaRPr lang="en-GB"/>
          </a:p>
        </p:txBody>
      </p:sp>
    </p:spTree>
    <p:extLst>
      <p:ext uri="{BB962C8B-B14F-4D97-AF65-F5344CB8AC3E}">
        <p14:creationId xmlns:p14="http://schemas.microsoft.com/office/powerpoint/2010/main" val="6423947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CC4CE4-CB52-088C-B2C7-272848386E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051D8F-45EF-0964-D02E-BA839C9637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5E17F5-6EEF-B299-92FC-D07B7E5BD906}"/>
              </a:ext>
            </a:extLst>
          </p:cNvPr>
          <p:cNvSpPr>
            <a:spLocks noGrp="1"/>
          </p:cNvSpPr>
          <p:nvPr>
            <p:ph type="body" idx="1"/>
          </p:nvPr>
        </p:nvSpPr>
        <p:spPr/>
        <p:txBody>
          <a:bodyPr/>
          <a:lstStyle/>
          <a:p>
            <a:r>
              <a:rPr lang="en-GB"/>
              <a:t>Mass spectrometry (MS) is central to proteomics, enabling precise identification and quantification of proteins. Typical workflows include protein digestion into peptides, separation by liquid chromatography, ionization, and MS/MS fragment analysis. High-resolution MS instruments improve sensitivity and accuracy. Data-dependent acquisition (DDA) and data-independent acquisition (DIA) represent different strategies with trade-offs in depth and reproducibility.</a:t>
            </a:r>
          </a:p>
        </p:txBody>
      </p:sp>
      <p:sp>
        <p:nvSpPr>
          <p:cNvPr id="4" name="Slide Number Placeholder 3">
            <a:extLst>
              <a:ext uri="{FF2B5EF4-FFF2-40B4-BE49-F238E27FC236}">
                <a16:creationId xmlns:a16="http://schemas.microsoft.com/office/drawing/2014/main" id="{ED0DE35F-1A87-E608-CDCD-BA15ABEB1215}"/>
              </a:ext>
            </a:extLst>
          </p:cNvPr>
          <p:cNvSpPr>
            <a:spLocks noGrp="1"/>
          </p:cNvSpPr>
          <p:nvPr>
            <p:ph type="sldNum" sz="quarter" idx="5"/>
          </p:nvPr>
        </p:nvSpPr>
        <p:spPr/>
        <p:txBody>
          <a:bodyPr/>
          <a:lstStyle/>
          <a:p>
            <a:fld id="{3B2D4C9E-F2DD-4A92-9C7B-6F724A46AB39}" type="slidenum">
              <a:rPr lang="en-GB" smtClean="0"/>
              <a:t>6</a:t>
            </a:fld>
            <a:endParaRPr lang="en-GB"/>
          </a:p>
        </p:txBody>
      </p:sp>
    </p:spTree>
    <p:extLst>
      <p:ext uri="{BB962C8B-B14F-4D97-AF65-F5344CB8AC3E}">
        <p14:creationId xmlns:p14="http://schemas.microsoft.com/office/powerpoint/2010/main" val="41505847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B57BC0-3B5F-D720-A9F0-3013E016B2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B97D09-9047-1F42-C1DD-03A60E6CB3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849BBC-6129-502C-9057-3FF925660BD1}"/>
              </a:ext>
            </a:extLst>
          </p:cNvPr>
          <p:cNvSpPr>
            <a:spLocks noGrp="1"/>
          </p:cNvSpPr>
          <p:nvPr>
            <p:ph type="body" idx="1"/>
          </p:nvPr>
        </p:nvSpPr>
        <p:spPr/>
        <p:txBody>
          <a:bodyPr/>
          <a:lstStyle/>
          <a:p>
            <a:r>
              <a:rPr lang="en-GB"/>
              <a:t>Mass spectrometry (MS) is central to proteomics, enabling precise identification and quantification of proteins. Typical workflows include protein digestion into peptides, separation by liquid chromatography, ionization, and MS/MS fragment analysis. High-resolution MS instruments improve sensitivity and accuracy. Data-dependent acquisition (DDA) and data-independent acquisition (DIA) represent different strategies with trade-offs in depth and reproducibility.</a:t>
            </a:r>
          </a:p>
        </p:txBody>
      </p:sp>
      <p:sp>
        <p:nvSpPr>
          <p:cNvPr id="4" name="Slide Number Placeholder 3">
            <a:extLst>
              <a:ext uri="{FF2B5EF4-FFF2-40B4-BE49-F238E27FC236}">
                <a16:creationId xmlns:a16="http://schemas.microsoft.com/office/drawing/2014/main" id="{8E134178-F6B6-FA36-BC38-BD06D03C00C6}"/>
              </a:ext>
            </a:extLst>
          </p:cNvPr>
          <p:cNvSpPr>
            <a:spLocks noGrp="1"/>
          </p:cNvSpPr>
          <p:nvPr>
            <p:ph type="sldNum" sz="quarter" idx="5"/>
          </p:nvPr>
        </p:nvSpPr>
        <p:spPr/>
        <p:txBody>
          <a:bodyPr/>
          <a:lstStyle/>
          <a:p>
            <a:fld id="{3B2D4C9E-F2DD-4A92-9C7B-6F724A46AB39}" type="slidenum">
              <a:rPr lang="en-GB" smtClean="0"/>
              <a:t>7</a:t>
            </a:fld>
            <a:endParaRPr lang="en-GB"/>
          </a:p>
        </p:txBody>
      </p:sp>
    </p:spTree>
    <p:extLst>
      <p:ext uri="{BB962C8B-B14F-4D97-AF65-F5344CB8AC3E}">
        <p14:creationId xmlns:p14="http://schemas.microsoft.com/office/powerpoint/2010/main" val="32996305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5024D-7386-8E91-0734-FBB12AAE5E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B2BD9F-E942-0E42-226D-6628E597A9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0F4BCB-ECEB-A1FA-5631-D95052BAD24E}"/>
              </a:ext>
            </a:extLst>
          </p:cNvPr>
          <p:cNvSpPr>
            <a:spLocks noGrp="1"/>
          </p:cNvSpPr>
          <p:nvPr>
            <p:ph type="body" idx="1"/>
          </p:nvPr>
        </p:nvSpPr>
        <p:spPr/>
        <p:txBody>
          <a:bodyPr/>
          <a:lstStyle/>
          <a:p>
            <a:r>
              <a:rPr lang="en-GB"/>
              <a:t>Mass spectrometry (MS) is central to proteomics, enabling precise identification and quantification of proteins. Typical workflows include protein digestion into peptides, separation by liquid chromatography, ionization, and MS/MS fragment analysis. High-resolution MS instruments improve sensitivity and accuracy. Data-dependent acquisition (DDA) and data-independent acquisition (DIA) represent different strategies with trade-offs in depth and reproducibility.</a:t>
            </a:r>
          </a:p>
        </p:txBody>
      </p:sp>
      <p:sp>
        <p:nvSpPr>
          <p:cNvPr id="4" name="Slide Number Placeholder 3">
            <a:extLst>
              <a:ext uri="{FF2B5EF4-FFF2-40B4-BE49-F238E27FC236}">
                <a16:creationId xmlns:a16="http://schemas.microsoft.com/office/drawing/2014/main" id="{9720C927-566C-E499-2F7D-3ED873845D5B}"/>
              </a:ext>
            </a:extLst>
          </p:cNvPr>
          <p:cNvSpPr>
            <a:spLocks noGrp="1"/>
          </p:cNvSpPr>
          <p:nvPr>
            <p:ph type="sldNum" sz="quarter" idx="5"/>
          </p:nvPr>
        </p:nvSpPr>
        <p:spPr/>
        <p:txBody>
          <a:bodyPr/>
          <a:lstStyle/>
          <a:p>
            <a:fld id="{3B2D4C9E-F2DD-4A92-9C7B-6F724A46AB39}" type="slidenum">
              <a:rPr lang="en-GB" smtClean="0"/>
              <a:t>8</a:t>
            </a:fld>
            <a:endParaRPr lang="en-GB"/>
          </a:p>
        </p:txBody>
      </p:sp>
    </p:spTree>
    <p:extLst>
      <p:ext uri="{BB962C8B-B14F-4D97-AF65-F5344CB8AC3E}">
        <p14:creationId xmlns:p14="http://schemas.microsoft.com/office/powerpoint/2010/main" val="27216003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7DA27C-4275-C86C-93FD-792A55C985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25EF4B-4EDC-881E-D0CA-D02B1E5F61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001577-2CA3-B3A8-E23A-AFAD541EE905}"/>
              </a:ext>
            </a:extLst>
          </p:cNvPr>
          <p:cNvSpPr>
            <a:spLocks noGrp="1"/>
          </p:cNvSpPr>
          <p:nvPr>
            <p:ph type="body" idx="1"/>
          </p:nvPr>
        </p:nvSpPr>
        <p:spPr/>
        <p:txBody>
          <a:bodyPr/>
          <a:lstStyle/>
          <a:p>
            <a:r>
              <a:rPr lang="en-GB"/>
              <a:t>Mass spectrometry (MS) is central to proteomics, enabling precise identification and quantification of proteins. Typical workflows include protein digestion into peptides, separation by liquid chromatography, ionization, and MS/MS fragment analysis. High-resolution MS instruments improve sensitivity and accuracy. Data-dependent acquisition (DDA) and data-independent acquisition (DIA) represent different strategies with trade-offs in depth and reproducibility.</a:t>
            </a:r>
          </a:p>
        </p:txBody>
      </p:sp>
      <p:sp>
        <p:nvSpPr>
          <p:cNvPr id="4" name="Slide Number Placeholder 3">
            <a:extLst>
              <a:ext uri="{FF2B5EF4-FFF2-40B4-BE49-F238E27FC236}">
                <a16:creationId xmlns:a16="http://schemas.microsoft.com/office/drawing/2014/main" id="{B294EF8B-B736-A785-7B6C-820538A5D8FB}"/>
              </a:ext>
            </a:extLst>
          </p:cNvPr>
          <p:cNvSpPr>
            <a:spLocks noGrp="1"/>
          </p:cNvSpPr>
          <p:nvPr>
            <p:ph type="sldNum" sz="quarter" idx="5"/>
          </p:nvPr>
        </p:nvSpPr>
        <p:spPr/>
        <p:txBody>
          <a:bodyPr/>
          <a:lstStyle/>
          <a:p>
            <a:fld id="{3B2D4C9E-F2DD-4A92-9C7B-6F724A46AB39}" type="slidenum">
              <a:rPr lang="en-GB" smtClean="0"/>
              <a:t>9</a:t>
            </a:fld>
            <a:endParaRPr lang="en-GB"/>
          </a:p>
        </p:txBody>
      </p:sp>
    </p:spTree>
    <p:extLst>
      <p:ext uri="{BB962C8B-B14F-4D97-AF65-F5344CB8AC3E}">
        <p14:creationId xmlns:p14="http://schemas.microsoft.com/office/powerpoint/2010/main" val="24265174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7E908-8849-535F-5252-EB8D206B5C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505AC5-9511-BF49-295D-F4CD6C3EA1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297C16-0102-40E1-1E0A-310B0069E945}"/>
              </a:ext>
            </a:extLst>
          </p:cNvPr>
          <p:cNvSpPr>
            <a:spLocks noGrp="1"/>
          </p:cNvSpPr>
          <p:nvPr>
            <p:ph type="body" idx="1"/>
          </p:nvPr>
        </p:nvSpPr>
        <p:spPr/>
        <p:txBody>
          <a:bodyPr/>
          <a:lstStyle/>
          <a:p>
            <a:r>
              <a:rPr lang="en-GB"/>
              <a:t>Mass spectrometry (MS) is central to proteomics, enabling precise identification and quantification of proteins. Typical workflows include protein digestion into peptides, separation by liquid chromatography, ionization, and MS/MS fragment analysis. High-resolution MS instruments improve sensitivity and accuracy. Data-dependent acquisition (DDA) and data-independent acquisition (DIA) represent different strategies with trade-offs in depth and reproducibility.</a:t>
            </a:r>
          </a:p>
        </p:txBody>
      </p:sp>
      <p:sp>
        <p:nvSpPr>
          <p:cNvPr id="4" name="Slide Number Placeholder 3">
            <a:extLst>
              <a:ext uri="{FF2B5EF4-FFF2-40B4-BE49-F238E27FC236}">
                <a16:creationId xmlns:a16="http://schemas.microsoft.com/office/drawing/2014/main" id="{A3FD7683-DF11-81C8-6B53-C3D7AB1B8DC6}"/>
              </a:ext>
            </a:extLst>
          </p:cNvPr>
          <p:cNvSpPr>
            <a:spLocks noGrp="1"/>
          </p:cNvSpPr>
          <p:nvPr>
            <p:ph type="sldNum" sz="quarter" idx="5"/>
          </p:nvPr>
        </p:nvSpPr>
        <p:spPr/>
        <p:txBody>
          <a:bodyPr/>
          <a:lstStyle/>
          <a:p>
            <a:fld id="{3B2D4C9E-F2DD-4A92-9C7B-6F724A46AB39}" type="slidenum">
              <a:rPr lang="en-GB" smtClean="0"/>
              <a:t>10</a:t>
            </a:fld>
            <a:endParaRPr lang="en-GB"/>
          </a:p>
        </p:txBody>
      </p:sp>
    </p:spTree>
    <p:extLst>
      <p:ext uri="{BB962C8B-B14F-4D97-AF65-F5344CB8AC3E}">
        <p14:creationId xmlns:p14="http://schemas.microsoft.com/office/powerpoint/2010/main" val="2336092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5DAD0-FCAC-1DAE-0702-1B71DA9E44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418CE2-6B20-4A96-383D-C2B73EE748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BD8595-9A69-9B07-5989-F21433526496}"/>
              </a:ext>
            </a:extLst>
          </p:cNvPr>
          <p:cNvSpPr>
            <a:spLocks noGrp="1"/>
          </p:cNvSpPr>
          <p:nvPr>
            <p:ph type="body" idx="1"/>
          </p:nvPr>
        </p:nvSpPr>
        <p:spPr/>
        <p:txBody>
          <a:bodyPr/>
          <a:lstStyle/>
          <a:p>
            <a:r>
              <a:rPr lang="en-GB" dirty="0"/>
              <a:t>Mass spectrometry (MS) is central to proteomics, enabling precise identification and quantification of proteins. Typical workflows include protein digestion into peptides, separation by liquid chromatography, ionization, and MS/MS fragment analysis. High-resolution MS instruments improve sensitivity and accuracy. Data-dependent acquisition (DDA) and data-independent acquisition (DIA) represent different strategies with trade-offs in depth and reproducibility.</a:t>
            </a:r>
          </a:p>
        </p:txBody>
      </p:sp>
      <p:sp>
        <p:nvSpPr>
          <p:cNvPr id="4" name="Slide Number Placeholder 3">
            <a:extLst>
              <a:ext uri="{FF2B5EF4-FFF2-40B4-BE49-F238E27FC236}">
                <a16:creationId xmlns:a16="http://schemas.microsoft.com/office/drawing/2014/main" id="{DB134786-C7C0-FF13-DC19-0EB45D77DFBB}"/>
              </a:ext>
            </a:extLst>
          </p:cNvPr>
          <p:cNvSpPr>
            <a:spLocks noGrp="1"/>
          </p:cNvSpPr>
          <p:nvPr>
            <p:ph type="sldNum" sz="quarter" idx="5"/>
          </p:nvPr>
        </p:nvSpPr>
        <p:spPr/>
        <p:txBody>
          <a:bodyPr/>
          <a:lstStyle/>
          <a:p>
            <a:fld id="{3B2D4C9E-F2DD-4A92-9C7B-6F724A46AB39}" type="slidenum">
              <a:rPr lang="en-GB" smtClean="0"/>
              <a:t>11</a:t>
            </a:fld>
            <a:endParaRPr lang="en-GB"/>
          </a:p>
        </p:txBody>
      </p:sp>
    </p:spTree>
    <p:extLst>
      <p:ext uri="{BB962C8B-B14F-4D97-AF65-F5344CB8AC3E}">
        <p14:creationId xmlns:p14="http://schemas.microsoft.com/office/powerpoint/2010/main" val="29294982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B6B499-CD5D-7F1C-781C-A21806F037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683C17-CCAB-8858-6018-E00510059E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B93BA5-A38B-DF70-3663-F94A72E55315}"/>
              </a:ext>
            </a:extLst>
          </p:cNvPr>
          <p:cNvSpPr>
            <a:spLocks noGrp="1"/>
          </p:cNvSpPr>
          <p:nvPr>
            <p:ph type="body" idx="1"/>
          </p:nvPr>
        </p:nvSpPr>
        <p:spPr/>
        <p:txBody>
          <a:bodyPr/>
          <a:lstStyle/>
          <a:p>
            <a:r>
              <a:rPr lang="en-GB"/>
              <a:t>Mass spectrometry (MS) is central to proteomics, enabling precise identification and quantification of proteins. Typical workflows include protein digestion into peptides, separation by liquid chromatography, ionization, and MS/MS fragment analysis. High-resolution MS instruments improve sensitivity and accuracy. Data-dependent acquisition (DDA) and data-independent acquisition (DIA) represent different strategies with trade-offs in depth and reproducibility.</a:t>
            </a:r>
          </a:p>
        </p:txBody>
      </p:sp>
      <p:sp>
        <p:nvSpPr>
          <p:cNvPr id="4" name="Slide Number Placeholder 3">
            <a:extLst>
              <a:ext uri="{FF2B5EF4-FFF2-40B4-BE49-F238E27FC236}">
                <a16:creationId xmlns:a16="http://schemas.microsoft.com/office/drawing/2014/main" id="{E45B481E-1045-0D25-77D5-6E71A4402A57}"/>
              </a:ext>
            </a:extLst>
          </p:cNvPr>
          <p:cNvSpPr>
            <a:spLocks noGrp="1"/>
          </p:cNvSpPr>
          <p:nvPr>
            <p:ph type="sldNum" sz="quarter" idx="5"/>
          </p:nvPr>
        </p:nvSpPr>
        <p:spPr/>
        <p:txBody>
          <a:bodyPr/>
          <a:lstStyle/>
          <a:p>
            <a:fld id="{3B2D4C9E-F2DD-4A92-9C7B-6F724A46AB39}" type="slidenum">
              <a:rPr lang="en-GB" smtClean="0"/>
              <a:t>12</a:t>
            </a:fld>
            <a:endParaRPr lang="en-GB"/>
          </a:p>
        </p:txBody>
      </p:sp>
    </p:spTree>
    <p:extLst>
      <p:ext uri="{BB962C8B-B14F-4D97-AF65-F5344CB8AC3E}">
        <p14:creationId xmlns:p14="http://schemas.microsoft.com/office/powerpoint/2010/main" val="24409565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85626-2BC4-3E1F-0A2A-3632F9D044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2CA886-0AA4-CB6A-68A8-D82292C7D3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CD76DF-D7AD-455C-A61C-FC02162E9806}"/>
              </a:ext>
            </a:extLst>
          </p:cNvPr>
          <p:cNvSpPr>
            <a:spLocks noGrp="1"/>
          </p:cNvSpPr>
          <p:nvPr>
            <p:ph type="body" idx="1"/>
          </p:nvPr>
        </p:nvSpPr>
        <p:spPr/>
        <p:txBody>
          <a:bodyPr/>
          <a:lstStyle/>
          <a:p>
            <a:r>
              <a:rPr lang="en-GB" dirty="0"/>
              <a:t>Mass spectrometry (MS) is central to proteomics, enabling precise identification and quantification of proteins. Typical workflows include protein digestion into peptides, separation by liquid chromatography, ionization, and MS/MS fragment analysis. High-resolution MS instruments improve sensitivity and accuracy. Data-dependent acquisition (DDA) and data-independent acquisition (DIA) represent different strategies with trade-offs in depth and reproducibility.</a:t>
            </a:r>
          </a:p>
        </p:txBody>
      </p:sp>
      <p:sp>
        <p:nvSpPr>
          <p:cNvPr id="4" name="Slide Number Placeholder 3">
            <a:extLst>
              <a:ext uri="{FF2B5EF4-FFF2-40B4-BE49-F238E27FC236}">
                <a16:creationId xmlns:a16="http://schemas.microsoft.com/office/drawing/2014/main" id="{306E24BA-8F84-ABD0-D3C5-A0914368E92B}"/>
              </a:ext>
            </a:extLst>
          </p:cNvPr>
          <p:cNvSpPr>
            <a:spLocks noGrp="1"/>
          </p:cNvSpPr>
          <p:nvPr>
            <p:ph type="sldNum" sz="quarter" idx="5"/>
          </p:nvPr>
        </p:nvSpPr>
        <p:spPr/>
        <p:txBody>
          <a:bodyPr/>
          <a:lstStyle/>
          <a:p>
            <a:fld id="{3B2D4C9E-F2DD-4A92-9C7B-6F724A46AB39}" type="slidenum">
              <a:rPr lang="en-GB" smtClean="0"/>
              <a:t>13</a:t>
            </a:fld>
            <a:endParaRPr lang="en-GB"/>
          </a:p>
        </p:txBody>
      </p:sp>
    </p:spTree>
    <p:extLst>
      <p:ext uri="{BB962C8B-B14F-4D97-AF65-F5344CB8AC3E}">
        <p14:creationId xmlns:p14="http://schemas.microsoft.com/office/powerpoint/2010/main" val="21955525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4A8882-AB86-FBAF-0554-3D5B847688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A7F00F-FB7B-D94C-59F7-0E5197206D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BE1CB9-1395-E613-3E3C-C710654C8F1C}"/>
              </a:ext>
            </a:extLst>
          </p:cNvPr>
          <p:cNvSpPr>
            <a:spLocks noGrp="1"/>
          </p:cNvSpPr>
          <p:nvPr>
            <p:ph type="body" idx="1"/>
          </p:nvPr>
        </p:nvSpPr>
        <p:spPr/>
        <p:txBody>
          <a:bodyPr/>
          <a:lstStyle/>
          <a:p>
            <a:r>
              <a:rPr lang="en-GB" dirty="0"/>
              <a:t>Mass spectrometry (MS) is central to proteomics, enabling precise identification and quantification of proteins. Typical workflows include protein digestion into peptides, separation by liquid chromatography, ionization, and MS/MS fragment analysis. High-resolution MS instruments improve sensitivity and accuracy. Data-dependent acquisition (DDA) and data-independent acquisition (DIA) represent different strategies with trade-offs in depth and reproducibility.</a:t>
            </a:r>
          </a:p>
        </p:txBody>
      </p:sp>
      <p:sp>
        <p:nvSpPr>
          <p:cNvPr id="4" name="Slide Number Placeholder 3">
            <a:extLst>
              <a:ext uri="{FF2B5EF4-FFF2-40B4-BE49-F238E27FC236}">
                <a16:creationId xmlns:a16="http://schemas.microsoft.com/office/drawing/2014/main" id="{EB78B60F-E6EB-DCBF-2F85-47F76B00E564}"/>
              </a:ext>
            </a:extLst>
          </p:cNvPr>
          <p:cNvSpPr>
            <a:spLocks noGrp="1"/>
          </p:cNvSpPr>
          <p:nvPr>
            <p:ph type="sldNum" sz="quarter" idx="5"/>
          </p:nvPr>
        </p:nvSpPr>
        <p:spPr/>
        <p:txBody>
          <a:bodyPr/>
          <a:lstStyle/>
          <a:p>
            <a:fld id="{3B2D4C9E-F2DD-4A92-9C7B-6F724A46AB39}" type="slidenum">
              <a:rPr lang="en-GB" smtClean="0"/>
              <a:t>14</a:t>
            </a:fld>
            <a:endParaRPr lang="en-GB"/>
          </a:p>
        </p:txBody>
      </p:sp>
    </p:spTree>
    <p:extLst>
      <p:ext uri="{BB962C8B-B14F-4D97-AF65-F5344CB8AC3E}">
        <p14:creationId xmlns:p14="http://schemas.microsoft.com/office/powerpoint/2010/main" val="32248904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9EDC5-651A-2EFA-10BD-B923B8A2FD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D229AB-878B-AE45-FA40-5CA9DCA9AC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8BE6D1-49A9-90FE-27B0-7F65B26E4250}"/>
              </a:ext>
            </a:extLst>
          </p:cNvPr>
          <p:cNvSpPr>
            <a:spLocks noGrp="1"/>
          </p:cNvSpPr>
          <p:nvPr>
            <p:ph type="body" idx="1"/>
          </p:nvPr>
        </p:nvSpPr>
        <p:spPr/>
        <p:txBody>
          <a:bodyPr/>
          <a:lstStyle/>
          <a:p>
            <a:r>
              <a:rPr lang="en-GB" dirty="0"/>
              <a:t>Mass spectrometry (MS) is central to proteomics, enabling precise identification and quantification of proteins. Typical workflows include protein digestion into peptides, separation by liquid chromatography, ionization, and MS/MS fragment analysis. High-resolution MS instruments improve sensitivity and accuracy. Data-dependent acquisition (DDA) and data-independent acquisition (DIA) represent different strategies with trade-offs in depth and reproducibility.</a:t>
            </a:r>
          </a:p>
        </p:txBody>
      </p:sp>
      <p:sp>
        <p:nvSpPr>
          <p:cNvPr id="4" name="Slide Number Placeholder 3">
            <a:extLst>
              <a:ext uri="{FF2B5EF4-FFF2-40B4-BE49-F238E27FC236}">
                <a16:creationId xmlns:a16="http://schemas.microsoft.com/office/drawing/2014/main" id="{D2C86549-4BA0-DCD9-B6B7-8126BC1C9F8F}"/>
              </a:ext>
            </a:extLst>
          </p:cNvPr>
          <p:cNvSpPr>
            <a:spLocks noGrp="1"/>
          </p:cNvSpPr>
          <p:nvPr>
            <p:ph type="sldNum" sz="quarter" idx="5"/>
          </p:nvPr>
        </p:nvSpPr>
        <p:spPr/>
        <p:txBody>
          <a:bodyPr/>
          <a:lstStyle/>
          <a:p>
            <a:fld id="{3B2D4C9E-F2DD-4A92-9C7B-6F724A46AB39}" type="slidenum">
              <a:rPr lang="en-GB" smtClean="0"/>
              <a:t>15</a:t>
            </a:fld>
            <a:endParaRPr lang="en-GB"/>
          </a:p>
        </p:txBody>
      </p:sp>
    </p:spTree>
    <p:extLst>
      <p:ext uri="{BB962C8B-B14F-4D97-AF65-F5344CB8AC3E}">
        <p14:creationId xmlns:p14="http://schemas.microsoft.com/office/powerpoint/2010/main" val="12351894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7D2D2B-48EE-FEBC-B7E6-56514D871C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D465F8-AF19-5B85-49D3-C9EA16C290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9E7C53-356C-F994-3996-24F3D6A1C3C2}"/>
              </a:ext>
            </a:extLst>
          </p:cNvPr>
          <p:cNvSpPr>
            <a:spLocks noGrp="1"/>
          </p:cNvSpPr>
          <p:nvPr>
            <p:ph type="body" idx="1"/>
          </p:nvPr>
        </p:nvSpPr>
        <p:spPr/>
        <p:txBody>
          <a:bodyPr/>
          <a:lstStyle/>
          <a:p>
            <a:r>
              <a:rPr lang="en-GB" dirty="0"/>
              <a:t>Mass spectrometry (MS) is central to proteomics, enabling precise identification and quantification of proteins. Typical workflows include protein digestion into peptides, separation by liquid chromatography, ionization, and MS/MS fragment analysis. High-resolution MS instruments improve sensitivity and accuracy. Data-dependent acquisition (DDA) and data-independent acquisition (DIA) represent different strategies with trade-offs in depth and reproducibility.</a:t>
            </a:r>
          </a:p>
        </p:txBody>
      </p:sp>
      <p:sp>
        <p:nvSpPr>
          <p:cNvPr id="4" name="Slide Number Placeholder 3">
            <a:extLst>
              <a:ext uri="{FF2B5EF4-FFF2-40B4-BE49-F238E27FC236}">
                <a16:creationId xmlns:a16="http://schemas.microsoft.com/office/drawing/2014/main" id="{8F552BB3-192A-BA41-F113-38C392EF07EC}"/>
              </a:ext>
            </a:extLst>
          </p:cNvPr>
          <p:cNvSpPr>
            <a:spLocks noGrp="1"/>
          </p:cNvSpPr>
          <p:nvPr>
            <p:ph type="sldNum" sz="quarter" idx="5"/>
          </p:nvPr>
        </p:nvSpPr>
        <p:spPr/>
        <p:txBody>
          <a:bodyPr/>
          <a:lstStyle/>
          <a:p>
            <a:fld id="{3B2D4C9E-F2DD-4A92-9C7B-6F724A46AB39}" type="slidenum">
              <a:rPr lang="en-GB" smtClean="0"/>
              <a:t>16</a:t>
            </a:fld>
            <a:endParaRPr lang="en-GB"/>
          </a:p>
        </p:txBody>
      </p:sp>
    </p:spTree>
    <p:extLst>
      <p:ext uri="{BB962C8B-B14F-4D97-AF65-F5344CB8AC3E}">
        <p14:creationId xmlns:p14="http://schemas.microsoft.com/office/powerpoint/2010/main" val="18887317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7FCD1-4F3B-2427-A96C-4A445DA773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600C77-E77A-1133-2089-79CB401BDE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ED23B9-34C4-67D7-87F8-2EC5743FA948}"/>
              </a:ext>
            </a:extLst>
          </p:cNvPr>
          <p:cNvSpPr>
            <a:spLocks noGrp="1"/>
          </p:cNvSpPr>
          <p:nvPr>
            <p:ph type="body" idx="1"/>
          </p:nvPr>
        </p:nvSpPr>
        <p:spPr/>
        <p:txBody>
          <a:bodyPr/>
          <a:lstStyle/>
          <a:p>
            <a:r>
              <a:rPr lang="en-GB"/>
              <a:t>Mass spectrometry (MS) is central to proteomics, enabling precise identification and quantification of proteins. Typical workflows include protein digestion into peptides, separation by liquid chromatography, ionization, and MS/MS fragment analysis. High-resolution MS instruments improve sensitivity and accuracy. Data-dependent acquisition (DDA) and data-independent acquisition (DIA) represent different strategies with trade-offs in depth and reproducibility.</a:t>
            </a:r>
          </a:p>
        </p:txBody>
      </p:sp>
      <p:sp>
        <p:nvSpPr>
          <p:cNvPr id="4" name="Slide Number Placeholder 3">
            <a:extLst>
              <a:ext uri="{FF2B5EF4-FFF2-40B4-BE49-F238E27FC236}">
                <a16:creationId xmlns:a16="http://schemas.microsoft.com/office/drawing/2014/main" id="{116E7965-E8F5-DB32-4459-B96C871EFCF7}"/>
              </a:ext>
            </a:extLst>
          </p:cNvPr>
          <p:cNvSpPr>
            <a:spLocks noGrp="1"/>
          </p:cNvSpPr>
          <p:nvPr>
            <p:ph type="sldNum" sz="quarter" idx="5"/>
          </p:nvPr>
        </p:nvSpPr>
        <p:spPr/>
        <p:txBody>
          <a:bodyPr/>
          <a:lstStyle/>
          <a:p>
            <a:fld id="{3B2D4C9E-F2DD-4A92-9C7B-6F724A46AB39}" type="slidenum">
              <a:rPr lang="en-GB" smtClean="0"/>
              <a:t>17</a:t>
            </a:fld>
            <a:endParaRPr lang="en-GB"/>
          </a:p>
        </p:txBody>
      </p:sp>
    </p:spTree>
    <p:extLst>
      <p:ext uri="{BB962C8B-B14F-4D97-AF65-F5344CB8AC3E}">
        <p14:creationId xmlns:p14="http://schemas.microsoft.com/office/powerpoint/2010/main" val="111077309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142999" y="5172773"/>
            <a:ext cx="9906001" cy="770827"/>
          </a:xfrm>
        </p:spPr>
        <p:txBody>
          <a:bodyPr vert="horz" lIns="91440" tIns="45720" rIns="91440" bIns="45720" rtlCol="0" anchor="t">
            <a:normAutofit/>
          </a:bodyPr>
          <a:lstStyle>
            <a:lvl1pPr>
              <a:defRPr lang="en-US" sz="5400" dirty="0">
                <a:latin typeface="+mj-lt"/>
                <a:cs typeface="Mongolian Baiti" panose="03000500000000000000" pitchFamily="66" charset="0"/>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142999" y="4600446"/>
            <a:ext cx="9906001" cy="398304"/>
          </a:xfrm>
        </p:spPr>
        <p:txBody>
          <a:bodyPr vert="horz" lIns="91440" tIns="45720" rIns="91440" bIns="45720" rtlCol="0" anchor="b">
            <a:normAutofit/>
          </a:bodyPr>
          <a:lstStyle>
            <a:lvl1pPr marL="0" indent="0">
              <a:buNone/>
              <a:defRPr lang="en-US" sz="2000" b="1" i="0" dirty="0">
                <a:solidFill>
                  <a:schemeClr val="accent1"/>
                </a:solidFill>
                <a:latin typeface="+mn-lt"/>
              </a:defRPr>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1143001" y="685800"/>
            <a:ext cx="9906000" cy="3716559"/>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lvl1pPr>
              <a:defRPr sz="1000"/>
            </a:lvl1pPr>
          </a:lstStyle>
          <a:p>
            <a:endParaRPr lang="en-US" sz="1000" dirty="0"/>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lvl1pPr>
              <a:defRPr sz="1000"/>
            </a:lvl1pPr>
          </a:lstStyle>
          <a:p>
            <a:fld id="{2953A48D-8978-4B7F-8BA5-7DDC44F9988C}" type="datetime1">
              <a:rPr lang="en-US" smtClean="0"/>
              <a:t>2/9/2026</a:t>
            </a:fld>
            <a:endParaRPr lang="en-US" sz="1000" dirty="0"/>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lvl1pPr>
              <a:defRPr sz="1000"/>
            </a:lvl1pPr>
          </a:lstStyle>
          <a:p>
            <a:fld id="{AEAA3239-9EA4-4A65-A281-97F994456D9F}" type="slidenum">
              <a:rPr lang="en-US" smtClean="0"/>
              <a:pPr/>
              <a:t>‹#›</a:t>
            </a:fld>
            <a:endParaRPr lang="en-US" sz="1000" dirty="0"/>
          </a:p>
        </p:txBody>
      </p:sp>
      <p:cxnSp>
        <p:nvCxnSpPr>
          <p:cNvPr id="4" name="Straight Connector 3">
            <a:extLst>
              <a:ext uri="{FF2B5EF4-FFF2-40B4-BE49-F238E27FC236}">
                <a16:creationId xmlns:a16="http://schemas.microsoft.com/office/drawing/2014/main" id="{B2008A96-F52F-AB95-8185-940BB21AA15B}"/>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46280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142999" y="1905008"/>
            <a:ext cx="9906001" cy="40385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E676A767-B18A-4D25-AB71-95C362FFA6CA}" type="datetime1">
              <a:rPr lang="en-US" smtClean="0"/>
              <a:t>2/9/2026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7" name="Straight Connector 6">
            <a:extLst>
              <a:ext uri="{FF2B5EF4-FFF2-40B4-BE49-F238E27FC236}">
                <a16:creationId xmlns:a16="http://schemas.microsoft.com/office/drawing/2014/main" id="{1E99ED41-DFA2-8D2F-7F31-B856DB6B81A4}"/>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33413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143001" y="2327554"/>
            <a:ext cx="3914086" cy="3656368"/>
          </a:xfrm>
        </p:spPr>
        <p:txBody>
          <a:bodyPr vert="horz" lIns="91440" tIns="45720" rIns="91440" bIns="45720" rtlCol="0" anchor="t">
            <a:normAutofit/>
          </a:bodyPr>
          <a:lstStyle>
            <a:lvl1pPr>
              <a:defRPr lang="en-US" sz="48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164817" y="685799"/>
            <a:ext cx="3174160" cy="1458873"/>
          </a:xfrm>
        </p:spPr>
        <p:txBody>
          <a:bodyPr vert="horz" lIns="91440" tIns="45720" rIns="91440" bIns="45720" rtlCol="0" anchor="b">
            <a:normAutofit/>
          </a:bodyPr>
          <a:lstStyle>
            <a:lvl1pPr marL="0" indent="0">
              <a:spcBef>
                <a:spcPts val="0"/>
              </a:spcBef>
              <a:buNone/>
              <a:defRPr lang="en-US" sz="2000" b="1" i="0" dirty="0">
                <a:solidFill>
                  <a:schemeClr val="accent1"/>
                </a:solidFill>
                <a:latin typeface="+mn-lt"/>
              </a:defRPr>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769104" y="685800"/>
            <a:ext cx="5258080"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152400" y="6400800"/>
            <a:ext cx="5943600" cy="453602"/>
          </a:xfrm>
        </p:spPr>
        <p:txBody>
          <a:bodyPr/>
          <a:lstStyle/>
          <a:p>
            <a:endParaRPr lang="en-US" dirty="0"/>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10058400" y="6400800"/>
            <a:ext cx="990600" cy="453602"/>
          </a:xfrm>
        </p:spPr>
        <p:txBody>
          <a:bodyPr/>
          <a:lstStyle/>
          <a:p>
            <a:fld id="{8529DE94-2476-477B-981E-08C53D89AC9B}" type="datetime1">
              <a:rPr lang="en-US" smtClean="0"/>
              <a:t>2/9/2026</a:t>
            </a:fld>
            <a:endParaRPr lang="en-US" dirty="0"/>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11049000" y="6400800"/>
            <a:ext cx="990600" cy="457200"/>
          </a:xfrm>
        </p:spPr>
        <p:txBody>
          <a:bodyPr/>
          <a:lstStyle/>
          <a:p>
            <a:fld id="{AEAA3239-9EA4-4A65-A281-97F994456D9F}" type="slidenum">
              <a:rPr lang="en-US" smtClean="0"/>
              <a:t>‹#›</a:t>
            </a:fld>
            <a:endParaRPr lang="en-US" dirty="0"/>
          </a:p>
        </p:txBody>
      </p:sp>
      <p:cxnSp>
        <p:nvCxnSpPr>
          <p:cNvPr id="5" name="Straight Connector 4">
            <a:extLst>
              <a:ext uri="{FF2B5EF4-FFF2-40B4-BE49-F238E27FC236}">
                <a16:creationId xmlns:a16="http://schemas.microsoft.com/office/drawing/2014/main" id="{5014B7BE-0A4F-0031-AC74-6519ACD526D2}"/>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179670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808017" y="2015442"/>
            <a:ext cx="4240984" cy="3960242"/>
          </a:xfrm>
        </p:spPr>
        <p:txBody>
          <a:bodyPr vert="horz" lIns="91440" tIns="45720" rIns="91440" bIns="45720" rtlCol="0" anchor="t">
            <a:normAutofit/>
          </a:bodyPr>
          <a:lstStyle>
            <a:lvl1pPr>
              <a:defRPr lang="en-US" sz="54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08016" y="685800"/>
            <a:ext cx="3755116" cy="1114678"/>
          </a:xfrm>
        </p:spPr>
        <p:txBody>
          <a:bodyPr vert="horz" lIns="91440" tIns="45720" rIns="91440" bIns="45720" rtlCol="0" anchor="b">
            <a:normAutofit/>
          </a:bodyPr>
          <a:lstStyle>
            <a:lvl1pPr marL="0" indent="0">
              <a:spcBef>
                <a:spcPts val="0"/>
              </a:spcBef>
              <a:buNone/>
              <a:defRPr lang="en-US" sz="2000" b="1" i="0" dirty="0">
                <a:solidFill>
                  <a:schemeClr val="accent1"/>
                </a:solidFill>
                <a:latin typeface="+mn-lt"/>
              </a:defRPr>
            </a:lvl1pPr>
          </a:lstStyle>
          <a:p>
            <a:pPr lvl="0"/>
            <a:r>
              <a:rPr lang="en-US"/>
              <a:t>Click to edit Master subtitle style</a:t>
            </a:r>
            <a:endParaRPr lang="en-US" dirty="0"/>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1143001" y="685800"/>
            <a:ext cx="4952999"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152401" y="6400800"/>
            <a:ext cx="5943599" cy="457200"/>
          </a:xfrm>
        </p:spPr>
        <p:txBody>
          <a:body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058400" y="6400800"/>
            <a:ext cx="990600" cy="457200"/>
          </a:xfrm>
        </p:spPr>
        <p:txBody>
          <a:bodyPr/>
          <a:lstStyle>
            <a:lvl1pPr>
              <a:defRPr>
                <a:solidFill>
                  <a:schemeClr val="tx1"/>
                </a:solidFill>
                <a:effectLst/>
              </a:defRPr>
            </a:lvl1pPr>
          </a:lstStyle>
          <a:p>
            <a:fld id="{EC51F7A3-E7CB-4889-B172-A123C630DC51}" type="datetime1">
              <a:rPr lang="en-US" smtClean="0"/>
              <a:t>2/9/2026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12" name="Straight Connector 11">
            <a:extLst>
              <a:ext uri="{FF2B5EF4-FFF2-40B4-BE49-F238E27FC236}">
                <a16:creationId xmlns:a16="http://schemas.microsoft.com/office/drawing/2014/main" id="{0E8BDBFD-5D03-F89B-C880-B0D233D5D482}"/>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978539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2990" y="2827402"/>
            <a:ext cx="3736010" cy="2845567"/>
          </a:xfrm>
        </p:spPr>
        <p:txBody>
          <a:bodyPr vert="horz" lIns="91440" tIns="45720" rIns="91440" bIns="45720" rtlCol="0" anchor="t">
            <a:normAutofit/>
          </a:bodyPr>
          <a:lstStyle>
            <a:lvl1pPr>
              <a:defRPr lang="en-US" sz="44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2988" y="1521399"/>
            <a:ext cx="3729915" cy="1123122"/>
          </a:xfrm>
        </p:spPr>
        <p:txBody>
          <a:bodyPr vert="horz" lIns="91440" tIns="45720" rIns="91440" bIns="45720" rtlCol="0" anchor="b">
            <a:normAutofit/>
          </a:bodyPr>
          <a:lstStyle>
            <a:lvl1pPr marL="0" indent="0">
              <a:spcBef>
                <a:spcPts val="0"/>
              </a:spcBef>
              <a:buNone/>
              <a:defRPr lang="en-US" sz="2000" b="1" dirty="0">
                <a:solidFill>
                  <a:schemeClr val="accent1"/>
                </a:solidFill>
                <a:latin typeface="+mn-lt"/>
              </a:defRPr>
            </a:lvl1pPr>
          </a:lstStyle>
          <a:p>
            <a:pPr lvl="0"/>
            <a:r>
              <a:rPr lang="en-US"/>
              <a:t>Click to edit Master subtitle style</a:t>
            </a:r>
            <a:endParaRPr lang="en-US" dirty="0"/>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1143000" y="685800"/>
            <a:ext cx="5457968"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152401" y="6400800"/>
            <a:ext cx="5943599" cy="457200"/>
          </a:xfrm>
        </p:spPr>
        <p:txBody>
          <a:body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058401" y="6400800"/>
            <a:ext cx="990599" cy="457200"/>
          </a:xfrm>
        </p:spPr>
        <p:txBody>
          <a:bodyPr/>
          <a:lstStyle>
            <a:lvl1pPr>
              <a:defRPr>
                <a:solidFill>
                  <a:schemeClr val="tx1"/>
                </a:solidFill>
                <a:effectLst/>
              </a:defRPr>
            </a:lvl1pPr>
          </a:lstStyle>
          <a:p>
            <a:fld id="{7D8177C5-BD9A-4D23-83AF-F5B841ADF3F2}" type="datetime1">
              <a:rPr lang="en-US" smtClean="0"/>
              <a:t>2/9/2026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9" name="Straight Connector 8">
            <a:extLst>
              <a:ext uri="{FF2B5EF4-FFF2-40B4-BE49-F238E27FC236}">
                <a16:creationId xmlns:a16="http://schemas.microsoft.com/office/drawing/2014/main" id="{546E54C3-5CBC-D17E-9D7C-4FF681AFB45B}"/>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316666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143000" y="2097452"/>
            <a:ext cx="9906000" cy="3874222"/>
          </a:xfrm>
        </p:spPr>
        <p:txBody>
          <a:bodyPr vert="horz" lIns="91440" tIns="45720" rIns="91440" bIns="45720" rtlCol="0" anchor="t">
            <a:normAutofit/>
          </a:bodyPr>
          <a:lstStyle>
            <a:lvl1pPr>
              <a:defRPr lang="en-US" sz="80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143000" y="693821"/>
            <a:ext cx="7794754" cy="1200698"/>
          </a:xfrm>
        </p:spPr>
        <p:txBody>
          <a:bodyPr vert="horz" lIns="91440" tIns="45720" rIns="91440" bIns="45720" rtlCol="0" anchor="b">
            <a:normAutofit/>
          </a:bodyPr>
          <a:lstStyle>
            <a:lvl1pPr marL="0" indent="0">
              <a:buNone/>
              <a:defRPr lang="en-US" sz="2000" b="1" dirty="0">
                <a:solidFill>
                  <a:schemeClr val="accent1"/>
                </a:solidFill>
              </a:defRPr>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A5F493D0-2A08-42DB-964D-2E1108D4CB76}" type="datetime1">
              <a:rPr lang="en-US" smtClean="0"/>
              <a:t>2/9/2026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7" name="Straight Connector 6">
            <a:extLst>
              <a:ext uri="{FF2B5EF4-FFF2-40B4-BE49-F238E27FC236}">
                <a16:creationId xmlns:a16="http://schemas.microsoft.com/office/drawing/2014/main" id="{2E0F3FF5-645F-9896-EB7A-64D903F77542}"/>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8872566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143000" y="1903564"/>
            <a:ext cx="9140954" cy="2836729"/>
          </a:xfrm>
        </p:spPr>
        <p:txBody>
          <a:bodyPr vert="horz" lIns="91440" tIns="45720" rIns="91440" bIns="45720" rtlCol="0" anchor="b">
            <a:normAutofit/>
          </a:bodyPr>
          <a:lstStyle>
            <a:lvl1pPr>
              <a:defRPr lang="en-US" sz="68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143000" y="4923173"/>
            <a:ext cx="7388353" cy="1014984"/>
          </a:xfrm>
        </p:spPr>
        <p:txBody>
          <a:bodyPr vert="horz" lIns="91440" tIns="45720" rIns="91440" bIns="45720" rtlCol="0">
            <a:normAutofit/>
          </a:bodyPr>
          <a:lstStyle>
            <a:lvl1pPr marL="0" indent="0">
              <a:buNone/>
              <a:defRPr lang="en-US" sz="2000" b="1" i="0" dirty="0">
                <a:solidFill>
                  <a:schemeClr val="accent1"/>
                </a:solidFill>
                <a:latin typeface="+mn-lt"/>
              </a:defRPr>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152401" y="6400800"/>
            <a:ext cx="5943600" cy="457200"/>
          </a:xfrm>
        </p:spPr>
        <p:txBody>
          <a:body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058401" y="6400800"/>
            <a:ext cx="990599" cy="457200"/>
          </a:xfrm>
        </p:spPr>
        <p:txBody>
          <a:bodyPr/>
          <a:lstStyle/>
          <a:p>
            <a:fld id="{57C23FB3-0824-43FF-8EA1-707169FC13FA}" type="datetime1">
              <a:rPr lang="en-US" smtClean="0"/>
              <a:t>2/9/2026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49000" y="6400800"/>
            <a:ext cx="990599" cy="457200"/>
          </a:xfrm>
        </p:spPr>
        <p:txBody>
          <a:bodyPr/>
          <a:lstStyle/>
          <a:p>
            <a:fld id="{AEAA3239-9EA4-4A65-A281-97F994456D9F}" type="slidenum">
              <a:rPr lang="en-US" smtClean="0"/>
              <a:t>‹#›</a:t>
            </a:fld>
            <a:endParaRPr lang="en-US" dirty="0"/>
          </a:p>
        </p:txBody>
      </p:sp>
      <p:cxnSp>
        <p:nvCxnSpPr>
          <p:cNvPr id="7" name="Straight Connector 6">
            <a:extLst>
              <a:ext uri="{FF2B5EF4-FFF2-40B4-BE49-F238E27FC236}">
                <a16:creationId xmlns:a16="http://schemas.microsoft.com/office/drawing/2014/main" id="{8D985B18-7603-5E0E-67B4-DFB03DB2AA5C}"/>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2863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394490"/>
            <a:ext cx="8229600" cy="2379013"/>
          </a:xfrm>
        </p:spPr>
        <p:txBody>
          <a:bodyPr anchor="b">
            <a:normAutofit/>
          </a:bodyPr>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2" y="3962400"/>
            <a:ext cx="7588155" cy="1029310"/>
          </a:xfrm>
        </p:spPr>
        <p:txBody>
          <a:bodyPr>
            <a:normAutofit/>
          </a:bodyPr>
          <a:lstStyle>
            <a:lvl1pPr marL="0" indent="0" algn="ctr">
              <a:buNone/>
              <a:defRPr sz="2000" b="1" i="0">
                <a:solidFill>
                  <a:schemeClr val="accent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058401" y="6400800"/>
            <a:ext cx="990599" cy="457200"/>
          </a:xfrm>
        </p:spPr>
        <p:txBody>
          <a:bodyPr/>
          <a:lstStyle/>
          <a:p>
            <a:fld id="{D26C4EF4-1425-499B-9B0A-3303E07CFD10}" type="datetime1">
              <a:rPr lang="en-US" smtClean="0"/>
              <a:t>2/9/2026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7" name="Straight Connector 6">
            <a:extLst>
              <a:ext uri="{FF2B5EF4-FFF2-40B4-BE49-F238E27FC236}">
                <a16:creationId xmlns:a16="http://schemas.microsoft.com/office/drawing/2014/main" id="{0D01BC5C-C61F-D922-112D-C75F31142522}"/>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894478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143000" y="685801"/>
            <a:ext cx="7896860" cy="5257800"/>
          </a:xfrm>
        </p:spPr>
        <p:txBody>
          <a:bodyPr vert="horz" lIns="91440" tIns="45720" rIns="91440" bIns="45720" rtlCol="0" anchor="t">
            <a:normAutofit/>
          </a:bodyPr>
          <a:lstStyle>
            <a:lvl1pPr>
              <a:defRPr lang="en-US" sz="7400" dirty="0">
                <a:solidFill>
                  <a:schemeClr val="bg1"/>
                </a:solidFill>
              </a:defRPr>
            </a:lvl1pPr>
          </a:lstStyle>
          <a:p>
            <a:pPr lvl="0"/>
            <a:r>
              <a:rPr lang="en-US" dirty="0"/>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152400" y="6400800"/>
            <a:ext cx="5943600" cy="457200"/>
          </a:xfrm>
        </p:spPr>
        <p:txBody>
          <a:bodyPr/>
          <a:lstStyle>
            <a:lvl1pPr>
              <a:defRPr>
                <a:solidFill>
                  <a:schemeClr val="bg1"/>
                </a:solidFill>
              </a:defRPr>
            </a:lvl1pPr>
          </a:lstStyle>
          <a:p>
            <a:endParaRPr lang="en-US" dirty="0">
              <a:solidFill>
                <a:schemeClr val="bg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058400" y="6400800"/>
            <a:ext cx="990600" cy="457200"/>
          </a:xfrm>
        </p:spPr>
        <p:txBody>
          <a:bodyPr/>
          <a:lstStyle>
            <a:lvl1pPr>
              <a:defRPr>
                <a:solidFill>
                  <a:schemeClr val="bg1"/>
                </a:solidFill>
              </a:defRPr>
            </a:lvl1pPr>
          </a:lstStyle>
          <a:p>
            <a:fld id="{A9FD4B53-E1EA-4DC9-BEB9-493B5BDE9305}" type="datetime1">
              <a:rPr lang="en-US" smtClean="0"/>
              <a:t>2/9/2026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49000" y="6400800"/>
            <a:ext cx="990600" cy="457200"/>
          </a:xfrm>
        </p:spPr>
        <p:txBody>
          <a:bodyPr/>
          <a:lstStyle>
            <a:lvl1pPr>
              <a:defRPr>
                <a:solidFill>
                  <a:schemeClr val="bg1"/>
                </a:solidFill>
              </a:defRPr>
            </a:lvl1pPr>
          </a:lstStyle>
          <a:p>
            <a:fld id="{AEAA3239-9EA4-4A65-A281-97F994456D9F}" type="slidenum">
              <a:rPr lang="en-US" smtClean="0"/>
              <a:pPr/>
              <a:t>‹#›</a:t>
            </a:fld>
            <a:endParaRPr lang="en-US" dirty="0"/>
          </a:p>
        </p:txBody>
      </p:sp>
      <p:cxnSp>
        <p:nvCxnSpPr>
          <p:cNvPr id="7" name="Straight Connector 6">
            <a:extLst>
              <a:ext uri="{FF2B5EF4-FFF2-40B4-BE49-F238E27FC236}">
                <a16:creationId xmlns:a16="http://schemas.microsoft.com/office/drawing/2014/main" id="{EE11AFC6-EF52-5259-7C78-95BA7A9EDD6E}"/>
              </a:ext>
            </a:extLst>
          </p:cNvPr>
          <p:cNvCxnSpPr>
            <a:cxnSpLocks/>
          </p:cNvCxnSpPr>
          <p:nvPr userDrawn="1"/>
        </p:nvCxnSpPr>
        <p:spPr>
          <a:xfrm>
            <a:off x="0" y="6400800"/>
            <a:ext cx="12192000" cy="0"/>
          </a:xfrm>
          <a:prstGeom prst="line">
            <a:avLst/>
          </a:prstGeom>
          <a:ln w="95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369388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143000" y="685801"/>
            <a:ext cx="7896860" cy="5257800"/>
          </a:xfrm>
        </p:spPr>
        <p:txBody>
          <a:bodyPr vert="horz" lIns="91440" tIns="45720" rIns="91440" bIns="45720" rtlCol="0" anchor="b">
            <a:normAutofit/>
          </a:bodyPr>
          <a:lstStyle>
            <a:lvl1pPr>
              <a:defRPr lang="en-US" sz="7400" dirty="0">
                <a:solidFill>
                  <a:schemeClr val="accent1"/>
                </a:solidFill>
              </a:defRPr>
            </a:lvl1pPr>
          </a:lstStyle>
          <a:p>
            <a:pPr lvl="0"/>
            <a:r>
              <a:rPr lang="en-US" dirty="0"/>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152400" y="6400800"/>
            <a:ext cx="5943600" cy="457200"/>
          </a:xfrm>
        </p:spPr>
        <p:txBody>
          <a:bodyPr/>
          <a:lstStyle>
            <a:lvl1pPr>
              <a:defRPr>
                <a:solidFill>
                  <a:schemeClr val="bg1"/>
                </a:solidFill>
              </a:defRPr>
            </a:lvl1pPr>
          </a:lstStyle>
          <a:p>
            <a:endParaRPr lang="en-US" dirty="0">
              <a:solidFill>
                <a:schemeClr val="bg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058400" y="6400800"/>
            <a:ext cx="990600" cy="457200"/>
          </a:xfrm>
        </p:spPr>
        <p:txBody>
          <a:bodyPr/>
          <a:lstStyle>
            <a:lvl1pPr>
              <a:defRPr>
                <a:solidFill>
                  <a:schemeClr val="bg1"/>
                </a:solidFill>
              </a:defRPr>
            </a:lvl1pPr>
          </a:lstStyle>
          <a:p>
            <a:fld id="{F4D7CA4D-0419-44B1-A572-E2F0F89C5403}" type="datetime1">
              <a:rPr lang="en-US" smtClean="0"/>
              <a:t>2/9/2026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49000" y="6400800"/>
            <a:ext cx="990600" cy="457200"/>
          </a:xfrm>
        </p:spPr>
        <p:txBody>
          <a:bodyPr/>
          <a:lstStyle>
            <a:lvl1pPr>
              <a:defRPr>
                <a:solidFill>
                  <a:schemeClr val="accent1"/>
                </a:solidFill>
              </a:defRPr>
            </a:lvl1pPr>
          </a:lstStyle>
          <a:p>
            <a:fld id="{AEAA3239-9EA4-4A65-A281-97F994456D9F}" type="slidenum">
              <a:rPr lang="en-US" smtClean="0"/>
              <a:pPr/>
              <a:t>‹#›</a:t>
            </a:fld>
            <a:endParaRPr lang="en-US" dirty="0"/>
          </a:p>
        </p:txBody>
      </p:sp>
      <p:cxnSp>
        <p:nvCxnSpPr>
          <p:cNvPr id="7" name="Straight Connector 6">
            <a:extLst>
              <a:ext uri="{FF2B5EF4-FFF2-40B4-BE49-F238E27FC236}">
                <a16:creationId xmlns:a16="http://schemas.microsoft.com/office/drawing/2014/main" id="{EE11AFC6-EF52-5259-7C78-95BA7A9EDD6E}"/>
              </a:ext>
            </a:extLst>
          </p:cNvPr>
          <p:cNvCxnSpPr>
            <a:cxnSpLocks/>
          </p:cNvCxnSpPr>
          <p:nvPr userDrawn="1"/>
        </p:nvCxnSpPr>
        <p:spPr>
          <a:xfrm>
            <a:off x="0" y="6400800"/>
            <a:ext cx="12192000"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152811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Header 3">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143000" y="685801"/>
            <a:ext cx="7896860" cy="5257800"/>
          </a:xfrm>
        </p:spPr>
        <p:txBody>
          <a:bodyPr vert="horz" lIns="91440" tIns="45720" rIns="91440" bIns="45720" rtlCol="0" anchor="ctr">
            <a:normAutofit/>
          </a:bodyPr>
          <a:lstStyle>
            <a:lvl1pPr>
              <a:defRPr lang="en-US" sz="7400" dirty="0">
                <a:solidFill>
                  <a:schemeClr val="bg1"/>
                </a:solidFill>
              </a:defRPr>
            </a:lvl1pPr>
          </a:lstStyle>
          <a:p>
            <a:pPr lvl="0"/>
            <a:r>
              <a:rPr lang="en-US" dirty="0"/>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152400" y="6400800"/>
            <a:ext cx="5943600" cy="457200"/>
          </a:xfrm>
        </p:spPr>
        <p:txBody>
          <a:bodyPr/>
          <a:lstStyle>
            <a:lvl1pPr>
              <a:defRPr>
                <a:solidFill>
                  <a:schemeClr val="bg1"/>
                </a:solidFill>
              </a:defRPr>
            </a:lvl1pPr>
          </a:lstStyle>
          <a:p>
            <a:endParaRPr lang="en-US" dirty="0">
              <a:solidFill>
                <a:schemeClr val="bg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058400" y="6400800"/>
            <a:ext cx="990600" cy="457200"/>
          </a:xfrm>
        </p:spPr>
        <p:txBody>
          <a:bodyPr/>
          <a:lstStyle>
            <a:lvl1pPr>
              <a:defRPr>
                <a:solidFill>
                  <a:schemeClr val="bg1"/>
                </a:solidFill>
              </a:defRPr>
            </a:lvl1pPr>
          </a:lstStyle>
          <a:p>
            <a:fld id="{3E86A8F3-65F3-4EB9-869C-76CEE4BDD77C}" type="datetime1">
              <a:rPr lang="en-US" smtClean="0"/>
              <a:t>2/9/2026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49000" y="6400800"/>
            <a:ext cx="990600" cy="457200"/>
          </a:xfrm>
        </p:spPr>
        <p:txBody>
          <a:bodyPr/>
          <a:lstStyle>
            <a:lvl1pPr>
              <a:defRPr>
                <a:solidFill>
                  <a:schemeClr val="accent1"/>
                </a:solidFill>
              </a:defRPr>
            </a:lvl1pPr>
          </a:lstStyle>
          <a:p>
            <a:fld id="{AEAA3239-9EA4-4A65-A281-97F994456D9F}" type="slidenum">
              <a:rPr lang="en-US" smtClean="0"/>
              <a:pPr/>
              <a:t>‹#›</a:t>
            </a:fld>
            <a:endParaRPr lang="en-US" dirty="0"/>
          </a:p>
        </p:txBody>
      </p:sp>
      <p:cxnSp>
        <p:nvCxnSpPr>
          <p:cNvPr id="7" name="Straight Connector 6">
            <a:extLst>
              <a:ext uri="{FF2B5EF4-FFF2-40B4-BE49-F238E27FC236}">
                <a16:creationId xmlns:a16="http://schemas.microsoft.com/office/drawing/2014/main" id="{EE11AFC6-EF52-5259-7C78-95BA7A9EDD6E}"/>
              </a:ext>
            </a:extLst>
          </p:cNvPr>
          <p:cNvCxnSpPr>
            <a:cxnSpLocks/>
          </p:cNvCxnSpPr>
          <p:nvPr userDrawn="1"/>
        </p:nvCxnSpPr>
        <p:spPr>
          <a:xfrm>
            <a:off x="0" y="6400800"/>
            <a:ext cx="12192000"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2212975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143000" y="685800"/>
            <a:ext cx="4343400" cy="5257800"/>
          </a:xfrm>
        </p:spPr>
        <p:txBody>
          <a:bodyPr anchor="ctr">
            <a:normAutofit/>
          </a:bodyPr>
          <a:lstStyle>
            <a:lvl1pPr>
              <a:defRPr sz="3600"/>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096000" y="685801"/>
            <a:ext cx="4953000" cy="5257800"/>
          </a:xfrm>
        </p:spPr>
        <p:txBody>
          <a:bodyPr anchor="ctr">
            <a:normAutofit/>
          </a:bodyPr>
          <a:lstStyle>
            <a:lvl1pPr marL="457200" indent="-457200">
              <a:buClr>
                <a:schemeClr val="accent1"/>
              </a:buClr>
              <a:buFont typeface="+mj-lt"/>
              <a:buAutoNum type="arabicPeriod"/>
              <a:defRPr sz="1800"/>
            </a:lvl1pPr>
            <a:lvl2pPr marL="685800" indent="-457200">
              <a:buClr>
                <a:schemeClr val="accent1"/>
              </a:buClr>
              <a:buFont typeface="+mj-lt"/>
              <a:buAutoNum type="arabicPeriod"/>
              <a:defRPr sz="1800"/>
            </a:lvl2pPr>
            <a:lvl3pPr marL="800100" indent="-342900">
              <a:buClr>
                <a:schemeClr val="accent1"/>
              </a:buClr>
              <a:buFont typeface="+mj-lt"/>
              <a:buAutoNum type="arabicPeriod"/>
              <a:defRPr sz="1800"/>
            </a:lvl3pPr>
            <a:lvl4pPr marL="1028700" indent="-342900">
              <a:buClr>
                <a:schemeClr val="accent1"/>
              </a:buClr>
              <a:buFont typeface="+mj-lt"/>
              <a:buAutoNum type="arabicPeriod"/>
              <a:defRPr sz="1800"/>
            </a:lvl4pPr>
            <a:lvl5pPr marL="1257300" indent="-342900">
              <a:buClr>
                <a:schemeClr val="accent1"/>
              </a:buClr>
              <a:buFont typeface="+mj-lt"/>
              <a:buAutoNum type="arabicPeriod"/>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10058401" y="6400800"/>
            <a:ext cx="990599" cy="457200"/>
          </a:xfrm>
        </p:spPr>
        <p:txBody>
          <a:bodyPr/>
          <a:lstStyle/>
          <a:p>
            <a:fld id="{8B41A39F-C131-47B8-AEC1-526A80C18BBA}" type="datetime1">
              <a:rPr lang="en-US" smtClean="0"/>
              <a:t>2/9/2026</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8" name="Straight Connector 7">
            <a:extLst>
              <a:ext uri="{FF2B5EF4-FFF2-40B4-BE49-F238E27FC236}">
                <a16:creationId xmlns:a16="http://schemas.microsoft.com/office/drawing/2014/main" id="{CEEAC3E4-34A4-BAF1-4CEC-F3578B7F2602}"/>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79176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132492" y="685800"/>
            <a:ext cx="5916508" cy="1705362"/>
          </a:xfrm>
        </p:spPr>
        <p:txBody>
          <a:bodyPr anchor="b">
            <a:normAutofit/>
          </a:bodyPr>
          <a:lstStyle>
            <a:lvl1pPr>
              <a:defRPr sz="3600"/>
            </a:lvl1pPr>
          </a:lstStyle>
          <a:p>
            <a:r>
              <a:rPr lang="en-US" dirty="0"/>
              <a:t>Click to edit Master title style</a:t>
            </a:r>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1143000" y="685800"/>
            <a:ext cx="3277475"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132493" y="2574043"/>
            <a:ext cx="5916507" cy="3369557"/>
          </a:xfrm>
        </p:spPr>
        <p:txBody>
          <a:bodyPr>
            <a:normAutofit/>
          </a:bodyPr>
          <a:lstStyle>
            <a:lvl1pPr marL="457200" indent="-457200">
              <a:buClr>
                <a:schemeClr val="accent1"/>
              </a:buClr>
              <a:buFont typeface="+mj-lt"/>
              <a:buAutoNum type="arabicPeriod"/>
              <a:defRPr sz="1800"/>
            </a:lvl1pPr>
            <a:lvl2pPr marL="571500" indent="-342900">
              <a:buClr>
                <a:schemeClr val="accent1"/>
              </a:buClr>
              <a:buFont typeface="+mj-lt"/>
              <a:buAutoNum type="arabicPeriod"/>
              <a:defRPr sz="1800"/>
            </a:lvl2pPr>
            <a:lvl3pPr marL="800100" indent="-342900">
              <a:buClr>
                <a:schemeClr val="accent1"/>
              </a:buClr>
              <a:buFont typeface="+mj-lt"/>
              <a:buAutoNum type="arabicPeriod"/>
              <a:defRPr sz="1800"/>
            </a:lvl3pPr>
            <a:lvl4pPr marL="1028700" indent="-342900">
              <a:buClr>
                <a:schemeClr val="accent1"/>
              </a:buClr>
              <a:buFont typeface="+mj-lt"/>
              <a:buAutoNum type="arabicPeriod"/>
              <a:defRPr sz="1800"/>
            </a:lvl4pPr>
            <a:lvl5pPr>
              <a:buClr>
                <a:schemeClr val="accent1"/>
              </a:buClr>
              <a:buFont typeface="+mj-lt"/>
              <a:buAutoNum type="arabicPeriod"/>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152400" y="6400800"/>
            <a:ext cx="5943600" cy="457200"/>
          </a:xfrm>
        </p:spPr>
        <p:txBody>
          <a:bodyPr/>
          <a:lstStyle/>
          <a:p>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10058400" y="6400800"/>
            <a:ext cx="990600" cy="457200"/>
          </a:xfrm>
        </p:spPr>
        <p:txBody>
          <a:bodyPr/>
          <a:lstStyle/>
          <a:p>
            <a:fld id="{A877CDC7-E2DA-405F-BDB4-4ED43CAA16E6}" type="datetime1">
              <a:rPr lang="en-US" smtClean="0"/>
              <a:t>2/9/2026</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049000" y="6400800"/>
            <a:ext cx="990600" cy="457200"/>
          </a:xfrm>
        </p:spPr>
        <p:txBody>
          <a:bodyPr/>
          <a:lstStyle/>
          <a:p>
            <a:fld id="{AEAA3239-9EA4-4A65-A281-97F994456D9F}" type="slidenum">
              <a:rPr lang="en-US" smtClean="0"/>
              <a:t>‹#›</a:t>
            </a:fld>
            <a:endParaRPr lang="en-US" dirty="0"/>
          </a:p>
        </p:txBody>
      </p:sp>
      <p:cxnSp>
        <p:nvCxnSpPr>
          <p:cNvPr id="6" name="Straight Connector 5">
            <a:extLst>
              <a:ext uri="{FF2B5EF4-FFF2-40B4-BE49-F238E27FC236}">
                <a16:creationId xmlns:a16="http://schemas.microsoft.com/office/drawing/2014/main" id="{88522FD4-D873-5880-85CA-819074029061}"/>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90756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9095FE81-352A-04EE-D805-C0A4E238235A}"/>
              </a:ext>
            </a:extLst>
          </p:cNvPr>
          <p:cNvSpPr>
            <a:spLocks noGrp="1"/>
          </p:cNvSpPr>
          <p:nvPr>
            <p:ph type="title"/>
          </p:nvPr>
        </p:nvSpPr>
        <p:spPr>
          <a:xfrm>
            <a:off x="1143001" y="2438397"/>
            <a:ext cx="6623435" cy="1156423"/>
          </a:xfrm>
        </p:spPr>
        <p:txBody>
          <a:bodyPr anchor="b"/>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10058401" y="6400800"/>
            <a:ext cx="990599" cy="457200"/>
          </a:xfrm>
        </p:spPr>
        <p:txBody>
          <a:bodyPr/>
          <a:lstStyle/>
          <a:p>
            <a:fld id="{25ECE14C-6B0B-4298-B34D-766A34529CDF}" type="datetime1">
              <a:rPr lang="en-US" smtClean="0"/>
              <a:t>2/9/2026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D8EE849E-3DB2-6D09-829E-63D97DAF47AC}"/>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Content Placeholder 7">
            <a:extLst>
              <a:ext uri="{FF2B5EF4-FFF2-40B4-BE49-F238E27FC236}">
                <a16:creationId xmlns:a16="http://schemas.microsoft.com/office/drawing/2014/main" id="{53380E56-1E9F-BBE4-3737-14FD20DDE33F}"/>
              </a:ext>
            </a:extLst>
          </p:cNvPr>
          <p:cNvSpPr>
            <a:spLocks noGrp="1"/>
          </p:cNvSpPr>
          <p:nvPr>
            <p:ph sz="quarter" idx="14"/>
          </p:nvPr>
        </p:nvSpPr>
        <p:spPr>
          <a:xfrm>
            <a:off x="1143000" y="3777702"/>
            <a:ext cx="4659735" cy="1632498"/>
          </a:xfrm>
        </p:spPr>
        <p:txBody>
          <a:bodyPr/>
          <a:lstStyle>
            <a:lvl1pPr>
              <a:spcBef>
                <a:spcPts val="0"/>
              </a:spcBef>
              <a:buNone/>
              <a:defRPr/>
            </a:lvl1pPr>
            <a:lvl2pPr>
              <a:spcBef>
                <a:spcPts val="0"/>
              </a:spcBef>
              <a:buNone/>
              <a:defRPr/>
            </a:lvl2pPr>
            <a:lvl3pPr>
              <a:spcBef>
                <a:spcPts val="0"/>
              </a:spcBef>
              <a:buNone/>
              <a:defRPr/>
            </a:lvl3pPr>
            <a:lvl4pPr>
              <a:spcBef>
                <a:spcPts val="0"/>
              </a:spcBef>
              <a:buNone/>
              <a:defRPr/>
            </a:lvl4pPr>
            <a:lvl5pPr>
              <a:spcBef>
                <a:spcPts val="0"/>
              </a:spcBef>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246007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143000" y="685800"/>
            <a:ext cx="3506558" cy="3456894"/>
          </a:xfrm>
        </p:spPr>
        <p:txBody>
          <a:bodyPr anchor="t">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402777" y="685800"/>
            <a:ext cx="4956175" cy="3461212"/>
          </a:xfrm>
        </p:spPr>
        <p:txBody>
          <a:bodyPr/>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10058401" y="6400800"/>
            <a:ext cx="990599" cy="457200"/>
          </a:xfrm>
        </p:spPr>
        <p:txBody>
          <a:bodyPr/>
          <a:lstStyle/>
          <a:p>
            <a:fld id="{D76CF820-C7DB-421D-8FD6-C430A9B1C2AC}" type="datetime1">
              <a:rPr lang="en-US" smtClean="0"/>
              <a:t>2/9/2026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06F077C1-74FA-7247-9C7C-6A14D1FE584B}"/>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74230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162471" y="2102780"/>
            <a:ext cx="3923455" cy="3840819"/>
          </a:xfrm>
        </p:spPr>
        <p:txBody>
          <a:bodyPr anchor="t">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797941" y="685800"/>
            <a:ext cx="5251059" cy="5257800"/>
          </a:xfrm>
        </p:spPr>
        <p:txBody>
          <a:bodyPr/>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10058401" y="6400800"/>
            <a:ext cx="990599" cy="457200"/>
          </a:xfrm>
        </p:spPr>
        <p:txBody>
          <a:bodyPr/>
          <a:lstStyle/>
          <a:p>
            <a:fld id="{F0E63EA5-332D-4604-BD2D-34B00B234EDE}" type="datetime1">
              <a:rPr lang="en-US" smtClean="0"/>
              <a:t>2/9/2026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060DACAA-0808-2D60-12F2-52C968353E1D}"/>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48749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143001" y="702859"/>
            <a:ext cx="3048000" cy="5219330"/>
          </a:xfrm>
        </p:spPr>
        <p:txBody>
          <a:bodyPr anchor="b">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928417" y="724270"/>
            <a:ext cx="6120583" cy="5219330"/>
          </a:xfrm>
        </p:spPr>
        <p:txBody>
          <a:bodyPr/>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10058401" y="6400800"/>
            <a:ext cx="990599" cy="457200"/>
          </a:xfrm>
        </p:spPr>
        <p:txBody>
          <a:bodyPr/>
          <a:lstStyle/>
          <a:p>
            <a:fld id="{05145CA3-1D95-48B1-8239-73BFDAEAE6AF}" type="datetime1">
              <a:rPr lang="en-US" smtClean="0"/>
              <a:t>2/9/2026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103579D9-BC9D-2B0D-42FA-B8F3791ECB88}"/>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681036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143000" y="707549"/>
            <a:ext cx="2590800" cy="5236051"/>
          </a:xfrm>
        </p:spPr>
        <p:txBody>
          <a:bodyPr anchor="b">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445817" y="708184"/>
            <a:ext cx="6603184" cy="5235416"/>
          </a:xfrm>
        </p:spPr>
        <p:txBody>
          <a:bodyPr/>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10058401" y="6400800"/>
            <a:ext cx="990599" cy="457200"/>
          </a:xfrm>
        </p:spPr>
        <p:txBody>
          <a:bodyPr/>
          <a:lstStyle/>
          <a:p>
            <a:fld id="{1B80F9BF-B0F8-4A9E-9210-E35AD48EB15E}" type="datetime1">
              <a:rPr lang="en-US" smtClean="0"/>
              <a:t>2/9/2026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092C2954-C801-2F12-6B41-2D0F2CDE9027}"/>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114547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31931" y="719137"/>
            <a:ext cx="2717068" cy="1858941"/>
          </a:xfrm>
        </p:spPr>
        <p:txBody>
          <a:bodyPr anchor="t"/>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1143000" y="685800"/>
            <a:ext cx="6476915"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26957" y="2793033"/>
            <a:ext cx="2717068" cy="2833042"/>
          </a:xfrm>
        </p:spPr>
        <p:txBody>
          <a:bodyPr vert="horz" lIns="91440" tIns="45720" rIns="91440" bIns="45720" rtlCol="0">
            <a:normAutofit/>
          </a:bodyPr>
          <a:lstStyle>
            <a:lvl1pPr marL="0" indent="0">
              <a:spcBef>
                <a:spcPts val="0"/>
              </a:spcBef>
              <a:buNone/>
              <a:defRPr lang="en-US" dirty="0"/>
            </a:lvl1pPr>
            <a:lvl2pPr marL="228600" indent="0">
              <a:spcBef>
                <a:spcPts val="0"/>
              </a:spcBef>
              <a:buNone/>
              <a:defRPr lang="en-US" dirty="0"/>
            </a:lvl2pPr>
            <a:lvl3pPr marL="457200" indent="0">
              <a:spcBef>
                <a:spcPts val="0"/>
              </a:spcBef>
              <a:buNone/>
              <a:defRPr lang="en-US" dirty="0"/>
            </a:lvl3pPr>
            <a:lvl4pPr marL="685800" indent="0">
              <a:spcBef>
                <a:spcPts val="0"/>
              </a:spcBef>
              <a:buNone/>
              <a:defRPr lang="en-US" dirty="0"/>
            </a:lvl4pPr>
            <a:lvl5pPr marL="914400" indent="0">
              <a:spcBef>
                <a:spcPts val="0"/>
              </a:spcBef>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52401" y="6400800"/>
            <a:ext cx="5943600" cy="457200"/>
          </a:xfrm>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048450" y="6400800"/>
            <a:ext cx="995575" cy="457200"/>
          </a:xfrm>
        </p:spPr>
        <p:txBody>
          <a:bodyPr/>
          <a:lstStyle>
            <a:lvl1pPr>
              <a:defRPr>
                <a:solidFill>
                  <a:schemeClr val="tx1"/>
                </a:solidFill>
                <a:effectLst/>
              </a:defRPr>
            </a:lvl1pPr>
          </a:lstStyle>
          <a:p>
            <a:fld id="{7030F05D-1D3B-4C2E-9FFA-DE29ED956270}" type="datetime1">
              <a:rPr lang="en-US" smtClean="0"/>
              <a:t>2/9/2026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44025" y="6400800"/>
            <a:ext cx="995575" cy="457200"/>
          </a:xfrm>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C1AC5C24-4394-5215-8F84-119942C28BC5}"/>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1330216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43000" y="685801"/>
            <a:ext cx="2717067" cy="1892277"/>
          </a:xfrm>
        </p:spPr>
        <p:txBody>
          <a:bodyPr anchor="t"/>
          <a:lstStyle/>
          <a:p>
            <a:r>
              <a:rPr lang="en-US" dirty="0"/>
              <a:t>Click to edit Master title style</a:t>
            </a:r>
          </a:p>
        </p:txBody>
      </p:sp>
      <p:sp>
        <p:nvSpPr>
          <p:cNvPr id="11" name="Content Placeholder 7">
            <a:extLst>
              <a:ext uri="{FF2B5EF4-FFF2-40B4-BE49-F238E27FC236}">
                <a16:creationId xmlns:a16="http://schemas.microsoft.com/office/drawing/2014/main" id="{B3FABB3D-30D3-4F01-12AE-0D7193700279}"/>
              </a:ext>
            </a:extLst>
          </p:cNvPr>
          <p:cNvSpPr>
            <a:spLocks noGrp="1"/>
          </p:cNvSpPr>
          <p:nvPr>
            <p:ph sz="quarter" idx="16"/>
          </p:nvPr>
        </p:nvSpPr>
        <p:spPr>
          <a:xfrm>
            <a:off x="1143000" y="2793033"/>
            <a:ext cx="2717068" cy="2833042"/>
          </a:xfrm>
        </p:spPr>
        <p:txBody>
          <a:bodyPr vert="horz" lIns="91440" tIns="45720" rIns="91440" bIns="45720" rtlCol="0">
            <a:normAutofit/>
          </a:bodyPr>
          <a:lstStyle>
            <a:lvl1pPr marL="0" indent="0">
              <a:spcBef>
                <a:spcPts val="0"/>
              </a:spcBef>
              <a:buNone/>
              <a:defRPr lang="en-US" dirty="0"/>
            </a:lvl1pPr>
            <a:lvl2pPr marL="228600" indent="0">
              <a:spcBef>
                <a:spcPts val="0"/>
              </a:spcBef>
              <a:buNone/>
              <a:defRPr lang="en-US" dirty="0"/>
            </a:lvl2pPr>
            <a:lvl3pPr marL="457200" indent="0">
              <a:spcBef>
                <a:spcPts val="0"/>
              </a:spcBef>
              <a:buNone/>
              <a:defRPr lang="en-US" dirty="0"/>
            </a:lvl3pPr>
            <a:lvl4pPr marL="685800" indent="0">
              <a:spcBef>
                <a:spcPts val="0"/>
              </a:spcBef>
              <a:buNone/>
              <a:defRPr lang="en-US" dirty="0"/>
            </a:lvl4pPr>
            <a:lvl5pPr marL="914400" indent="0">
              <a:spcBef>
                <a:spcPts val="0"/>
              </a:spcBef>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Picture Placeholder 9">
            <a:extLst>
              <a:ext uri="{FF2B5EF4-FFF2-40B4-BE49-F238E27FC236}">
                <a16:creationId xmlns:a16="http://schemas.microsoft.com/office/drawing/2014/main" id="{DF247FF5-7041-6BAC-2B24-D38B5823FDD0}"/>
              </a:ext>
            </a:extLst>
          </p:cNvPr>
          <p:cNvSpPr>
            <a:spLocks noGrp="1"/>
          </p:cNvSpPr>
          <p:nvPr>
            <p:ph type="pic" sz="quarter" idx="15" hasCustomPrompt="1"/>
          </p:nvPr>
        </p:nvSpPr>
        <p:spPr>
          <a:xfrm>
            <a:off x="4572085" y="685800"/>
            <a:ext cx="6476915"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52400" y="6400800"/>
            <a:ext cx="5943600" cy="457200"/>
          </a:xfrm>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058399" y="6400800"/>
            <a:ext cx="990600" cy="457200"/>
          </a:xfrm>
        </p:spPr>
        <p:txBody>
          <a:bodyPr/>
          <a:lstStyle>
            <a:lvl1pPr>
              <a:defRPr>
                <a:solidFill>
                  <a:schemeClr val="tx1"/>
                </a:solidFill>
                <a:effectLst/>
              </a:defRPr>
            </a:lvl1pPr>
          </a:lstStyle>
          <a:p>
            <a:fld id="{1B2FE6D2-B81D-4429-A41B-DCED2913EA16}" type="datetime1">
              <a:rPr lang="en-US" smtClean="0"/>
              <a:t>2/9/2026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49000" y="6400800"/>
            <a:ext cx="990600" cy="457200"/>
          </a:xfrm>
        </p:spPr>
        <p:txBody>
          <a:bodyPr/>
          <a:lstStyle/>
          <a:p>
            <a:fld id="{AEAA3239-9EA4-4A65-A281-97F994456D9F}" type="slidenum">
              <a:rPr lang="en-US" smtClean="0"/>
              <a:t>‹#›</a:t>
            </a:fld>
            <a:endParaRPr lang="en-US" dirty="0"/>
          </a:p>
        </p:txBody>
      </p:sp>
      <p:cxnSp>
        <p:nvCxnSpPr>
          <p:cNvPr id="4" name="Straight Connector 3">
            <a:extLst>
              <a:ext uri="{FF2B5EF4-FFF2-40B4-BE49-F238E27FC236}">
                <a16:creationId xmlns:a16="http://schemas.microsoft.com/office/drawing/2014/main" id="{722B7EA7-2EEF-FFC6-041D-2A5C43637244}"/>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804249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47762" y="4495800"/>
            <a:ext cx="3209368" cy="1447800"/>
          </a:xfrm>
        </p:spPr>
        <p:txBody>
          <a:bodyPr anchor="t">
            <a:normAutofit/>
          </a:bodyPr>
          <a:lstStyle>
            <a:lvl1pPr>
              <a:defRPr sz="36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143000" y="685799"/>
            <a:ext cx="9901238" cy="3595045"/>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572087" y="4495800"/>
            <a:ext cx="6476914" cy="1430536"/>
          </a:xfrm>
        </p:spPr>
        <p:txBody>
          <a:bodyPr vert="horz" lIns="91440" tIns="45720" rIns="91440" bIns="45720" rtlCol="0">
            <a:normAutofit/>
          </a:bodyPr>
          <a:lstStyle>
            <a:lvl1pPr marL="0" indent="0">
              <a:spcBef>
                <a:spcPts val="0"/>
              </a:spcBef>
              <a:buNone/>
              <a:defRPr lang="en-US" dirty="0"/>
            </a:lvl1pPr>
            <a:lvl2pPr marL="228600" indent="0">
              <a:spcBef>
                <a:spcPts val="0"/>
              </a:spcBef>
              <a:buNone/>
              <a:defRPr lang="en-US" dirty="0"/>
            </a:lvl2pPr>
            <a:lvl3pPr marL="457200" indent="0">
              <a:spcBef>
                <a:spcPts val="0"/>
              </a:spcBef>
              <a:buNone/>
              <a:defRPr lang="en-US" dirty="0"/>
            </a:lvl3pPr>
            <a:lvl4pPr marL="685800" indent="0">
              <a:spcBef>
                <a:spcPts val="0"/>
              </a:spcBef>
              <a:buNone/>
              <a:defRPr lang="en-US" dirty="0"/>
            </a:lvl4pPr>
            <a:lvl5pPr marL="914400" indent="0">
              <a:spcBef>
                <a:spcPts val="0"/>
              </a:spcBef>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058401" y="6400800"/>
            <a:ext cx="990599" cy="457200"/>
          </a:xfrm>
        </p:spPr>
        <p:txBody>
          <a:bodyPr/>
          <a:lstStyle/>
          <a:p>
            <a:fld id="{2A986E4C-26E7-40BC-8DDD-DE3A2F7C8B9D}" type="datetime1">
              <a:rPr lang="en-US" smtClean="0"/>
              <a:t>2/9/2026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C9A47364-66B2-3B4D-6600-100245734C9A}"/>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339438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417489" y="685799"/>
            <a:ext cx="3620525" cy="927545"/>
          </a:xfrm>
        </p:spPr>
        <p:txBody>
          <a:bodyPr anchor="t">
            <a:normAutofit/>
          </a:bodyPr>
          <a:lstStyle>
            <a:lvl1pPr>
              <a:defRPr sz="36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143000" y="685800"/>
            <a:ext cx="5562600"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417617" y="1828299"/>
            <a:ext cx="3620524" cy="4115301"/>
          </a:xfrm>
        </p:spPr>
        <p:txBody>
          <a:bodyPr/>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152401" y="6400800"/>
            <a:ext cx="5943599" cy="457200"/>
          </a:xfrm>
        </p:spPr>
        <p:txBody>
          <a:bodyPr/>
          <a:lstStyle/>
          <a:p>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10036428" y="6400800"/>
            <a:ext cx="1001586" cy="457200"/>
          </a:xfrm>
        </p:spPr>
        <p:txBody>
          <a:bodyPr/>
          <a:lstStyle/>
          <a:p>
            <a:fld id="{F14D5DAB-1E00-43FC-9445-DAAD2ACAC73A}" type="datetime1">
              <a:rPr lang="en-US" smtClean="0"/>
              <a:t>2/9/2026</a:t>
            </a:fld>
            <a:endParaRPr lang="en-US" dirty="0"/>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038014" y="6400800"/>
            <a:ext cx="1001586" cy="457200"/>
          </a:xfrm>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CA7BBF56-9F54-91F7-8B07-3836137799C1}"/>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853616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42999" y="685800"/>
            <a:ext cx="3620524" cy="927544"/>
          </a:xfrm>
        </p:spPr>
        <p:txBody>
          <a:bodyPr anchor="t">
            <a:normAutofit/>
          </a:bodyPr>
          <a:lstStyle>
            <a:lvl1pPr>
              <a:defRPr sz="3600"/>
            </a:lvl1pPr>
          </a:lstStyle>
          <a:p>
            <a:r>
              <a:rPr lang="en-US" dirty="0"/>
              <a:t>Click to edit Master title style</a:t>
            </a:r>
          </a:p>
        </p:txBody>
      </p:sp>
      <p:sp>
        <p:nvSpPr>
          <p:cNvPr id="7" name="Content Placeholder 7">
            <a:extLst>
              <a:ext uri="{FF2B5EF4-FFF2-40B4-BE49-F238E27FC236}">
                <a16:creationId xmlns:a16="http://schemas.microsoft.com/office/drawing/2014/main" id="{A46DECC9-7986-BB68-7725-C840C27A8E91}"/>
              </a:ext>
            </a:extLst>
          </p:cNvPr>
          <p:cNvSpPr>
            <a:spLocks noGrp="1"/>
          </p:cNvSpPr>
          <p:nvPr>
            <p:ph sz="quarter" idx="18"/>
          </p:nvPr>
        </p:nvSpPr>
        <p:spPr>
          <a:xfrm>
            <a:off x="1143000" y="1828299"/>
            <a:ext cx="3620524" cy="4115301"/>
          </a:xfrm>
        </p:spPr>
        <p:txBody>
          <a:bodyPr/>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10">
            <a:extLst>
              <a:ext uri="{FF2B5EF4-FFF2-40B4-BE49-F238E27FC236}">
                <a16:creationId xmlns:a16="http://schemas.microsoft.com/office/drawing/2014/main" id="{47AACE2C-717B-D303-9874-EEBCB1CCD937}"/>
              </a:ext>
            </a:extLst>
          </p:cNvPr>
          <p:cNvSpPr>
            <a:spLocks noGrp="1"/>
          </p:cNvSpPr>
          <p:nvPr>
            <p:ph type="pic" sz="quarter" idx="13" hasCustomPrompt="1"/>
          </p:nvPr>
        </p:nvSpPr>
        <p:spPr>
          <a:xfrm>
            <a:off x="5486400" y="685800"/>
            <a:ext cx="5562600"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152400" y="6400800"/>
            <a:ext cx="5943599" cy="457200"/>
          </a:xfrm>
        </p:spPr>
        <p:txBody>
          <a:bodyPr/>
          <a:lstStyle/>
          <a:p>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10058401" y="6400800"/>
            <a:ext cx="990598" cy="457200"/>
          </a:xfrm>
        </p:spPr>
        <p:txBody>
          <a:bodyPr/>
          <a:lstStyle/>
          <a:p>
            <a:fld id="{4989F924-B50F-4860-B10F-D52036B96E39}" type="datetime1">
              <a:rPr lang="en-US" smtClean="0"/>
              <a:t>2/9/2026</a:t>
            </a:fld>
            <a:endParaRPr lang="en-US" dirty="0"/>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049000" y="6400800"/>
            <a:ext cx="990598" cy="457200"/>
          </a:xfrm>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A1B0D76A-CF8F-ABF7-FD42-BC815738E318}"/>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107026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92241" y="685800"/>
            <a:ext cx="4546423" cy="914400"/>
          </a:xfrm>
        </p:spPr>
        <p:txBody>
          <a:bodyPr anchor="t">
            <a:normAutofit/>
          </a:bodyPr>
          <a:lstStyle>
            <a:lvl1pPr>
              <a:defRPr sz="3600"/>
            </a:lvl1pPr>
          </a:lstStyle>
          <a:p>
            <a:r>
              <a:rPr lang="en-US" dirty="0"/>
              <a:t>Click to edit Master title style</a:t>
            </a:r>
          </a:p>
        </p:txBody>
      </p:sp>
      <p:sp>
        <p:nvSpPr>
          <p:cNvPr id="13" name="Picture Placeholder 10">
            <a:extLst>
              <a:ext uri="{FF2B5EF4-FFF2-40B4-BE49-F238E27FC236}">
                <a16:creationId xmlns:a16="http://schemas.microsoft.com/office/drawing/2014/main" id="{373F0A7D-AD36-9BC0-CF3C-1985F174509D}"/>
              </a:ext>
            </a:extLst>
          </p:cNvPr>
          <p:cNvSpPr>
            <a:spLocks noGrp="1"/>
          </p:cNvSpPr>
          <p:nvPr>
            <p:ph type="pic" sz="quarter" idx="15" hasCustomPrompt="1"/>
          </p:nvPr>
        </p:nvSpPr>
        <p:spPr>
          <a:xfrm>
            <a:off x="1153336" y="685800"/>
            <a:ext cx="4637225"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6492241" y="1828300"/>
            <a:ext cx="4556759" cy="41153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52401" y="6404316"/>
            <a:ext cx="5943600" cy="453684"/>
          </a:xfrm>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058400" y="6404316"/>
            <a:ext cx="990600" cy="453684"/>
          </a:xfrm>
        </p:spPr>
        <p:txBody>
          <a:bodyPr/>
          <a:lstStyle>
            <a:lvl1pPr>
              <a:defRPr>
                <a:solidFill>
                  <a:schemeClr val="tx1"/>
                </a:solidFill>
                <a:effectLst/>
              </a:defRPr>
            </a:lvl1pPr>
          </a:lstStyle>
          <a:p>
            <a:fld id="{4D02379D-477C-47F0-9322-3E7981CF2222}" type="datetime1">
              <a:rPr lang="en-US" smtClean="0"/>
              <a:t>2/9/2026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49000" y="6404316"/>
            <a:ext cx="990600" cy="453684"/>
          </a:xfrm>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520D0403-0661-B304-FC30-17B8CEC938C8}"/>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782150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64740" y="685800"/>
            <a:ext cx="4513154" cy="914400"/>
          </a:xfrm>
        </p:spPr>
        <p:txBody>
          <a:bodyPr anchor="t">
            <a:normAutofit/>
          </a:bodyPr>
          <a:lstStyle>
            <a:lvl1pPr>
              <a:defRPr sz="3600"/>
            </a:lvl1pPr>
          </a:lstStyle>
          <a:p>
            <a:r>
              <a:rPr lang="en-US"/>
              <a:t>Click to edit Master title style</a:t>
            </a:r>
            <a:endParaRPr lang="en-US" dirty="0"/>
          </a:p>
        </p:txBody>
      </p:sp>
      <p:sp>
        <p:nvSpPr>
          <p:cNvPr id="16" name="Content Placeholder 7">
            <a:extLst>
              <a:ext uri="{FF2B5EF4-FFF2-40B4-BE49-F238E27FC236}">
                <a16:creationId xmlns:a16="http://schemas.microsoft.com/office/drawing/2014/main" id="{08C86B72-855F-890D-47EC-5A46EA634C56}"/>
              </a:ext>
            </a:extLst>
          </p:cNvPr>
          <p:cNvSpPr>
            <a:spLocks noGrp="1"/>
          </p:cNvSpPr>
          <p:nvPr>
            <p:ph sz="quarter" idx="14"/>
          </p:nvPr>
        </p:nvSpPr>
        <p:spPr>
          <a:xfrm>
            <a:off x="1164740" y="1828300"/>
            <a:ext cx="4513154" cy="41153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Picture Placeholder 10">
            <a:extLst>
              <a:ext uri="{FF2B5EF4-FFF2-40B4-BE49-F238E27FC236}">
                <a16:creationId xmlns:a16="http://schemas.microsoft.com/office/drawing/2014/main" id="{CBB37A90-5561-8836-19D2-B4DFB635D8F9}"/>
              </a:ext>
            </a:extLst>
          </p:cNvPr>
          <p:cNvSpPr>
            <a:spLocks noGrp="1"/>
          </p:cNvSpPr>
          <p:nvPr>
            <p:ph type="pic" sz="quarter" idx="15" hasCustomPrompt="1"/>
          </p:nvPr>
        </p:nvSpPr>
        <p:spPr>
          <a:xfrm>
            <a:off x="6389910" y="685800"/>
            <a:ext cx="4637225"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52401" y="6400800"/>
            <a:ext cx="5943599" cy="457200"/>
          </a:xfrm>
        </p:spPr>
        <p:txBody>
          <a:bodyPr/>
          <a:lstStyle>
            <a:lvl1pPr>
              <a:defRPr>
                <a:solidFill>
                  <a:schemeClr val="tx1"/>
                </a:solidFill>
                <a:effectLst/>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036535" y="6400800"/>
            <a:ext cx="990600" cy="457200"/>
          </a:xfrm>
        </p:spPr>
        <p:txBody>
          <a:bodyPr/>
          <a:lstStyle/>
          <a:p>
            <a:fld id="{30FBF84D-747E-4A2D-B74C-0D1ADB9D978A}" type="datetime1">
              <a:rPr lang="en-US" smtClean="0"/>
              <a:t>2/9/2026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49000" y="6400800"/>
            <a:ext cx="990599" cy="457200"/>
          </a:xfrm>
        </p:spPr>
        <p:txBody>
          <a:bodyPr/>
          <a:lstStyle>
            <a:lvl1pPr>
              <a:defRPr>
                <a:solidFill>
                  <a:schemeClr val="accent1"/>
                </a:solidFill>
                <a:effectLst/>
              </a:defRPr>
            </a:lvl1pPr>
          </a:lstStyle>
          <a:p>
            <a:fld id="{AEAA3239-9EA4-4A65-A281-97F994456D9F}" type="slidenum">
              <a:rPr lang="en-US" smtClean="0"/>
              <a:pPr/>
              <a:t>‹#›</a:t>
            </a:fld>
            <a:endParaRPr lang="en-US" dirty="0"/>
          </a:p>
        </p:txBody>
      </p:sp>
      <p:cxnSp>
        <p:nvCxnSpPr>
          <p:cNvPr id="3" name="Straight Connector 2">
            <a:extLst>
              <a:ext uri="{FF2B5EF4-FFF2-40B4-BE49-F238E27FC236}">
                <a16:creationId xmlns:a16="http://schemas.microsoft.com/office/drawing/2014/main" id="{10804DAD-5BC0-9FC5-EC18-CDBE0EE36A98}"/>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501719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42999" y="3662043"/>
            <a:ext cx="2667001" cy="2281557"/>
          </a:xfrm>
        </p:spPr>
        <p:txBody>
          <a:bodyPr anchor="t">
            <a:normAutofit/>
          </a:bodyPr>
          <a:lstStyle>
            <a:lvl1pPr>
              <a:defRPr sz="3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142999" y="685800"/>
            <a:ext cx="9906001" cy="2757531"/>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024956" y="3662043"/>
            <a:ext cx="7024044" cy="228155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058401" y="6400800"/>
            <a:ext cx="990599" cy="457200"/>
          </a:xfrm>
        </p:spPr>
        <p:txBody>
          <a:bodyPr/>
          <a:lstStyle/>
          <a:p>
            <a:fld id="{412F17FE-50B5-4F97-A5FE-D47BC058140D}" type="datetime1">
              <a:rPr lang="en-US" smtClean="0"/>
              <a:t>2/9/2026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F1B40F4D-4FD2-324C-CFF2-ADA23A35CFBC}"/>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235979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43001" y="707477"/>
            <a:ext cx="2743106" cy="2330454"/>
          </a:xfrm>
        </p:spPr>
        <p:txBody>
          <a:bodyPr anchor="t">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01063" y="707476"/>
            <a:ext cx="6947938" cy="2685824"/>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1142999" y="3607498"/>
            <a:ext cx="9906001" cy="2330455"/>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52400" y="6400800"/>
            <a:ext cx="5943600" cy="457200"/>
          </a:xfrm>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058401" y="6400800"/>
            <a:ext cx="990600" cy="457200"/>
          </a:xfrm>
        </p:spPr>
        <p:txBody>
          <a:bodyPr/>
          <a:lstStyle/>
          <a:p>
            <a:fld id="{398629FA-33AC-4B91-9F50-6A34C73DB4A5}" type="datetime1">
              <a:rPr lang="en-US" smtClean="0"/>
              <a:t>2/9/2026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49000" y="6400800"/>
            <a:ext cx="990599" cy="457200"/>
          </a:xfrm>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0F6F4162-8B6A-031F-A186-63503EB5CF2B}"/>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36022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42999" y="685801"/>
            <a:ext cx="2667001" cy="5257800"/>
          </a:xfrm>
        </p:spPr>
        <p:txBody>
          <a:bodyPr anchor="ctr">
            <a:normAutofit/>
          </a:bodyPr>
          <a:lstStyle>
            <a:lvl1pPr>
              <a:defRPr sz="3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024956" y="685800"/>
            <a:ext cx="7024044" cy="2757531"/>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024956" y="3662043"/>
            <a:ext cx="7024044" cy="228155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058401" y="6400800"/>
            <a:ext cx="990599" cy="457200"/>
          </a:xfrm>
        </p:spPr>
        <p:txBody>
          <a:bodyPr/>
          <a:lstStyle/>
          <a:p>
            <a:fld id="{4C54EB15-C6E9-4FB2-A00E-83F3272DC203}" type="datetime1">
              <a:rPr lang="en-US" smtClean="0"/>
              <a:t>2/9/2026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D12BAF7E-DB4B-FC77-1D4B-2907E790CFE1}"/>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486974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04553" y="702859"/>
            <a:ext cx="5744447" cy="909869"/>
          </a:xfrm>
        </p:spPr>
        <p:txBody>
          <a:bodyPr anchor="t"/>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1143000" y="702859"/>
            <a:ext cx="3417453" cy="5240741"/>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05739" y="1828299"/>
            <a:ext cx="5737784" cy="4115301"/>
          </a:xfrm>
        </p:spPr>
        <p:txBody>
          <a:bodyPr/>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152401" y="6400800"/>
            <a:ext cx="5943600" cy="457200"/>
          </a:xfrm>
        </p:spPr>
        <p:txBody>
          <a:bodyPr/>
          <a:lstStyle/>
          <a:p>
            <a:endParaRPr lang="en-US" dirty="0"/>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10052921" y="6400800"/>
            <a:ext cx="990601" cy="457200"/>
          </a:xfrm>
        </p:spPr>
        <p:txBody>
          <a:bodyPr/>
          <a:lstStyle/>
          <a:p>
            <a:fld id="{F35C560A-6694-4C54-932B-EBD007D80457}" type="datetime1">
              <a:rPr lang="en-US" smtClean="0"/>
              <a:t>2/9/2026</a:t>
            </a:fld>
            <a:endParaRPr lang="en-US" dirty="0"/>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049000" y="6400800"/>
            <a:ext cx="990600" cy="457200"/>
          </a:xfrm>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0234F062-E526-E361-D4BD-72E769199F9A}"/>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412207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43000" y="702859"/>
            <a:ext cx="5744448" cy="894860"/>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143000" y="1843924"/>
            <a:ext cx="5744447" cy="4099676"/>
          </a:xfrm>
        </p:spPr>
        <p:txBody>
          <a:bodyPr/>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Picture Placeholder 13">
            <a:extLst>
              <a:ext uri="{FF2B5EF4-FFF2-40B4-BE49-F238E27FC236}">
                <a16:creationId xmlns:a16="http://schemas.microsoft.com/office/drawing/2014/main" id="{D5B6C620-74FA-0279-5BC5-97091F2D268B}"/>
              </a:ext>
            </a:extLst>
          </p:cNvPr>
          <p:cNvSpPr>
            <a:spLocks noGrp="1"/>
          </p:cNvSpPr>
          <p:nvPr>
            <p:ph type="pic" sz="quarter" idx="13" hasCustomPrompt="1"/>
          </p:nvPr>
        </p:nvSpPr>
        <p:spPr>
          <a:xfrm>
            <a:off x="7631547" y="702859"/>
            <a:ext cx="3417453" cy="5240741"/>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dirty="0"/>
              <a:t>   </a:t>
            </a:r>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152400" y="6400800"/>
            <a:ext cx="5943600" cy="457200"/>
          </a:xfrm>
        </p:spPr>
        <p:txBody>
          <a:bodyPr/>
          <a:lstStyle/>
          <a:p>
            <a:endParaRPr lang="en-US" dirty="0"/>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10058399" y="6400800"/>
            <a:ext cx="990600" cy="457200"/>
          </a:xfrm>
        </p:spPr>
        <p:txBody>
          <a:bodyPr/>
          <a:lstStyle/>
          <a:p>
            <a:fld id="{101DF975-D0C4-475F-9F7C-B84D5C6D229B}" type="datetime1">
              <a:rPr lang="en-US" smtClean="0"/>
              <a:t>2/9/2026</a:t>
            </a:fld>
            <a:endParaRPr lang="en-US" dirty="0"/>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11049000" y="6400800"/>
            <a:ext cx="990600" cy="457200"/>
          </a:xfrm>
        </p:spPr>
        <p:txBody>
          <a:bodyPr/>
          <a:lstStyle/>
          <a:p>
            <a:fld id="{AEAA3239-9EA4-4A65-A281-97F994456D9F}" type="slidenum">
              <a:rPr lang="en-US" smtClean="0"/>
              <a:t>‹#›</a:t>
            </a:fld>
            <a:endParaRPr lang="en-US" dirty="0"/>
          </a:p>
        </p:txBody>
      </p:sp>
      <p:cxnSp>
        <p:nvCxnSpPr>
          <p:cNvPr id="4" name="Straight Connector 3">
            <a:extLst>
              <a:ext uri="{FF2B5EF4-FFF2-40B4-BE49-F238E27FC236}">
                <a16:creationId xmlns:a16="http://schemas.microsoft.com/office/drawing/2014/main" id="{7CD60DA1-4793-4BB1-35F1-0A144685020B}"/>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818783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3">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43001" y="685799"/>
            <a:ext cx="9905999" cy="948457"/>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170936" y="1849212"/>
            <a:ext cx="4569056" cy="4094387"/>
          </a:xfrm>
        </p:spPr>
        <p:txBody>
          <a:bodyPr/>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6452008" y="1849212"/>
            <a:ext cx="4596992" cy="4094388"/>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152401" y="6400800"/>
            <a:ext cx="5943599" cy="457200"/>
          </a:xfrm>
        </p:spPr>
        <p:txBody>
          <a:bodyPr/>
          <a:lstStyle/>
          <a:p>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10058401" y="6400800"/>
            <a:ext cx="990599" cy="457200"/>
          </a:xfrm>
        </p:spPr>
        <p:txBody>
          <a:bodyPr/>
          <a:lstStyle/>
          <a:p>
            <a:fld id="{FD9AFD03-FE9C-40DF-B862-03968B25C24F}" type="datetime1">
              <a:rPr lang="en-US" smtClean="0"/>
              <a:t>2/9/2026</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049000" y="6400800"/>
            <a:ext cx="990599" cy="457200"/>
          </a:xfrm>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9177AF9D-3C1B-C06E-8ED0-0E93CB299E0C}"/>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22924569"/>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43000" y="685800"/>
            <a:ext cx="9906000" cy="948458"/>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143000" y="1849213"/>
            <a:ext cx="3886200" cy="4094387"/>
          </a:xfrm>
        </p:spPr>
        <p:txBody>
          <a:bodyPr/>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Picture Placeholder 5">
            <a:extLst>
              <a:ext uri="{FF2B5EF4-FFF2-40B4-BE49-F238E27FC236}">
                <a16:creationId xmlns:a16="http://schemas.microsoft.com/office/drawing/2014/main" id="{71A5194B-746E-D0FD-A7D1-71D10560BCCE}"/>
              </a:ext>
            </a:extLst>
          </p:cNvPr>
          <p:cNvSpPr>
            <a:spLocks noGrp="1"/>
          </p:cNvSpPr>
          <p:nvPr>
            <p:ph type="pic" sz="quarter" idx="13" hasCustomPrompt="1"/>
          </p:nvPr>
        </p:nvSpPr>
        <p:spPr>
          <a:xfrm>
            <a:off x="5741216" y="1849213"/>
            <a:ext cx="5307785" cy="4094387"/>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152400" y="6400800"/>
            <a:ext cx="5943600" cy="457200"/>
          </a:xfrm>
        </p:spPr>
        <p:txBody>
          <a:bodyPr/>
          <a:lstStyle/>
          <a:p>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10058401" y="6400800"/>
            <a:ext cx="990599" cy="457200"/>
          </a:xfrm>
        </p:spPr>
        <p:txBody>
          <a:bodyPr/>
          <a:lstStyle/>
          <a:p>
            <a:fld id="{2FD384AD-C61A-48D6-93CC-8F2E0CDBE1F5}" type="datetime1">
              <a:rPr lang="en-US" smtClean="0"/>
              <a:t>2/9/2026</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049000" y="6400800"/>
            <a:ext cx="990599" cy="457200"/>
          </a:xfrm>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3068E299-4F76-11A9-0401-93911962B31C}"/>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43808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5">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43000" y="685800"/>
            <a:ext cx="9906000" cy="941832"/>
          </a:xfrm>
        </p:spPr>
        <p:txBody>
          <a:bodyPr anchor="t"/>
          <a:lstStyle/>
          <a:p>
            <a:r>
              <a:rPr lang="en-US" dirty="0"/>
              <a:t>Click to edit Master title style</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1143000" y="1855838"/>
            <a:ext cx="4678055" cy="4087762"/>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569855" y="1855839"/>
            <a:ext cx="4479145" cy="4087762"/>
          </a:xfrm>
        </p:spPr>
        <p:txBody>
          <a:bodyPr/>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flipH="1">
            <a:off x="152400" y="6400800"/>
            <a:ext cx="5943600" cy="457200"/>
          </a:xfrm>
        </p:spPr>
        <p:txBody>
          <a:bodyPr/>
          <a:lstStyle/>
          <a:p>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10058400" y="6400800"/>
            <a:ext cx="990600" cy="457200"/>
          </a:xfrm>
        </p:spPr>
        <p:txBody>
          <a:bodyPr/>
          <a:lstStyle/>
          <a:p>
            <a:fld id="{614BD192-03A5-4A45-AA3A-3048777F9DA1}" type="datetime1">
              <a:rPr lang="en-US" smtClean="0"/>
              <a:t>2/9/2026</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049000" y="6400800"/>
            <a:ext cx="990600" cy="457200"/>
          </a:xfrm>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495B70AA-3B93-7622-1DFB-94A2304AD14A}"/>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298609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32168" y="685801"/>
            <a:ext cx="6416832" cy="914400"/>
          </a:xfrm>
        </p:spPr>
        <p:txBody>
          <a:bodyPr anchor="t"/>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143000" y="685800"/>
            <a:ext cx="2777152"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32168" y="1828299"/>
            <a:ext cx="6416832" cy="4115300"/>
          </a:xfrm>
        </p:spPr>
        <p:txBody>
          <a:bodyPr/>
          <a:lstStyle>
            <a:lvl1pPr>
              <a:spcBef>
                <a:spcPts val="400"/>
              </a:spcBef>
              <a:defRPr/>
            </a:lvl1pPr>
            <a:lvl2pPr>
              <a:spcBef>
                <a:spcPts val="400"/>
              </a:spcBef>
              <a:defRPr/>
            </a:lvl2pPr>
            <a:lvl3pPr>
              <a:spcBef>
                <a:spcPts val="400"/>
              </a:spcBef>
              <a:defRPr/>
            </a:lvl3pPr>
            <a:lvl4pPr>
              <a:spcBef>
                <a:spcPts val="400"/>
              </a:spcBef>
              <a:defRPr/>
            </a:lvl4pPr>
            <a:lvl5pPr>
              <a:spcBef>
                <a:spcPts val="4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152400" y="6400800"/>
            <a:ext cx="5943600" cy="457200"/>
          </a:xfrm>
        </p:spPr>
        <p:txBody>
          <a:bodyPr/>
          <a:lstStyle/>
          <a:p>
            <a:endParaRPr lang="en-US" dirty="0"/>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10058400" y="6400800"/>
            <a:ext cx="990600" cy="457200"/>
          </a:xfrm>
        </p:spPr>
        <p:txBody>
          <a:bodyPr/>
          <a:lstStyle/>
          <a:p>
            <a:fld id="{688BF943-8E28-4DFB-B0DE-F00AF9279F8D}" type="datetime1">
              <a:rPr lang="en-US" smtClean="0"/>
              <a:t>2/9/2026</a:t>
            </a:fld>
            <a:endParaRPr lang="en-US" dirty="0"/>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049000" y="6400800"/>
            <a:ext cx="990600" cy="457200"/>
          </a:xfrm>
        </p:spPr>
        <p:txBody>
          <a:bodyPr/>
          <a:lstStyle/>
          <a:p>
            <a:fld id="{AEAA3239-9EA4-4A65-A281-97F994456D9F}" type="slidenum">
              <a:rPr lang="en-US" smtClean="0"/>
              <a:t>‹#›</a:t>
            </a:fld>
            <a:endParaRPr lang="en-US" dirty="0"/>
          </a:p>
        </p:txBody>
      </p:sp>
      <p:cxnSp>
        <p:nvCxnSpPr>
          <p:cNvPr id="5" name="Straight Connector 4">
            <a:extLst>
              <a:ext uri="{FF2B5EF4-FFF2-40B4-BE49-F238E27FC236}">
                <a16:creationId xmlns:a16="http://schemas.microsoft.com/office/drawing/2014/main" id="{5239A83E-B0F1-03F6-74AC-D67E31FB9868}"/>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358919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43000" y="694998"/>
            <a:ext cx="6407304" cy="914400"/>
          </a:xfrm>
        </p:spPr>
        <p:txBody>
          <a:bodyPr anchor="t"/>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142999" y="1828299"/>
            <a:ext cx="6407305" cy="41153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Picture Placeholder 10">
            <a:extLst>
              <a:ext uri="{FF2B5EF4-FFF2-40B4-BE49-F238E27FC236}">
                <a16:creationId xmlns:a16="http://schemas.microsoft.com/office/drawing/2014/main" id="{A0F08A51-DDF0-F904-C832-37321BA8D046}"/>
              </a:ext>
            </a:extLst>
          </p:cNvPr>
          <p:cNvSpPr>
            <a:spLocks noGrp="1"/>
          </p:cNvSpPr>
          <p:nvPr>
            <p:ph type="pic" sz="quarter" idx="13" hasCustomPrompt="1"/>
          </p:nvPr>
        </p:nvSpPr>
        <p:spPr>
          <a:xfrm>
            <a:off x="8271848" y="685800"/>
            <a:ext cx="2777152"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152400" y="6400800"/>
            <a:ext cx="5943599" cy="457200"/>
          </a:xfrm>
        </p:spPr>
        <p:txBody>
          <a:bodyPr/>
          <a:lstStyle/>
          <a:p>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10058400" y="6400800"/>
            <a:ext cx="990600" cy="457200"/>
          </a:xfrm>
        </p:spPr>
        <p:txBody>
          <a:bodyPr/>
          <a:lstStyle/>
          <a:p>
            <a:fld id="{14FE1444-BD57-4488-BC66-780B65504E47}" type="datetime1">
              <a:rPr lang="en-US" smtClean="0"/>
              <a:t>2/9/2026</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049000" y="6400800"/>
            <a:ext cx="990600" cy="457200"/>
          </a:xfrm>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2500A44A-2759-A2C2-08DC-0AAFC6B55096}"/>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370832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8">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43001" y="720467"/>
            <a:ext cx="3517146" cy="1628481"/>
          </a:xfrm>
        </p:spPr>
        <p:txBody>
          <a:bodyPr anchor="t">
            <a:normAutofit/>
          </a:bodyPr>
          <a:lstStyle>
            <a:lvl1pPr>
              <a:defRPr sz="36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143001" y="2563904"/>
            <a:ext cx="3517146" cy="3379695"/>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372162" y="685801"/>
            <a:ext cx="5676838" cy="5257800"/>
          </a:xfrm>
        </p:spPr>
        <p:txBody>
          <a:bodyPr/>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058401" y="6400800"/>
            <a:ext cx="990599" cy="457200"/>
          </a:xfrm>
        </p:spPr>
        <p:txBody>
          <a:bodyPr/>
          <a:lstStyle/>
          <a:p>
            <a:fld id="{2C7D6AC0-AFBC-4BF8-914C-3A003B9A62FD}" type="datetime1">
              <a:rPr lang="en-US" smtClean="0"/>
              <a:t>2/9/2026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BEC98E67-C3DE-1B21-ADC4-8C5E2F6367F0}"/>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162142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9">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72129" y="709098"/>
            <a:ext cx="2491239" cy="1639852"/>
          </a:xfrm>
        </p:spPr>
        <p:txBody>
          <a:bodyPr anchor="t">
            <a:normAutofit/>
          </a:bodyPr>
          <a:lstStyle>
            <a:lvl1pPr>
              <a:defRPr sz="36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172128" y="2563905"/>
            <a:ext cx="2491239" cy="3379695"/>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375384" y="685800"/>
            <a:ext cx="6673616" cy="5257800"/>
          </a:xfrm>
        </p:spPr>
        <p:txBody>
          <a:bodyPr/>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058400" y="6400800"/>
            <a:ext cx="990599" cy="457200"/>
          </a:xfrm>
        </p:spPr>
        <p:txBody>
          <a:bodyPr/>
          <a:lstStyle/>
          <a:p>
            <a:fld id="{2DA2328B-B1E6-45A4-86CF-8A83B4DA9E96}" type="datetime1">
              <a:rPr lang="en-US" smtClean="0"/>
              <a:t>2/9/2026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E70BF570-92F5-4B04-EE32-8093EAC2D175}"/>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801324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143000" y="5243865"/>
            <a:ext cx="9906000" cy="709673"/>
          </a:xfrm>
        </p:spPr>
        <p:txBody>
          <a:bodyPr anchor="b">
            <a:normAutofit/>
          </a:bodyPr>
          <a:lstStyle>
            <a:lvl1pPr algn="ctr">
              <a:lnSpc>
                <a:spcPct val="110000"/>
              </a:lnSpc>
              <a:defRPr sz="2600" b="1" i="0">
                <a:solidFill>
                  <a:schemeClr val="bg1"/>
                </a:solidFill>
                <a:latin typeface="+mn-lt"/>
              </a:defRPr>
            </a:lvl1pPr>
          </a:lstStyle>
          <a:p>
            <a:r>
              <a:rPr lang="en-US" dirty="0"/>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1143000" y="685801"/>
            <a:ext cx="9906000" cy="4329860"/>
          </a:xfrm>
        </p:spPr>
        <p:txBody>
          <a:bodyPr anchor="t">
            <a:normAutofit/>
          </a:bodyPr>
          <a:lstStyle>
            <a:lvl1pPr marL="0" indent="0" algn="ctr">
              <a:lnSpc>
                <a:spcPct val="90000"/>
              </a:lnSpc>
              <a:buNone/>
              <a:defRPr sz="25000" b="0">
                <a:solidFill>
                  <a:schemeClr val="bg1"/>
                </a:solidFill>
                <a:latin typeface="+mj-lt"/>
                <a:cs typeface="Mongolian Baiti" panose="03000500000000000000" pitchFamily="66" charset="0"/>
              </a:defRPr>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bg1"/>
                </a:solidFill>
              </a:defRPr>
            </a:lvl1pPr>
          </a:lstStyle>
          <a:p>
            <a:endParaRPr lang="en-US" dirty="0">
              <a:solidFill>
                <a:schemeClr val="bg1"/>
              </a:solidFill>
            </a:endParaRP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10058401" y="6400800"/>
            <a:ext cx="990599" cy="457200"/>
          </a:xfrm>
        </p:spPr>
        <p:txBody>
          <a:bodyPr/>
          <a:lstStyle>
            <a:lvl1pPr>
              <a:defRPr>
                <a:solidFill>
                  <a:schemeClr val="bg1"/>
                </a:solidFill>
              </a:defRPr>
            </a:lvl1pPr>
          </a:lstStyle>
          <a:p>
            <a:fld id="{6B38E9D8-4FC1-4DAE-99E4-835FCD288395}" type="datetime1">
              <a:rPr lang="en-US" smtClean="0"/>
              <a:t>2/9/2026</a:t>
            </a:fld>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bg1"/>
                </a:solidFill>
              </a:defRPr>
            </a:lvl1pPr>
          </a:lstStyle>
          <a:p>
            <a:fld id="{AEAA3239-9EA4-4A65-A281-97F994456D9F}" type="slidenum">
              <a:rPr lang="en-US" smtClean="0"/>
              <a:pPr/>
              <a:t>‹#›</a:t>
            </a:fld>
            <a:endParaRPr lang="en-US" dirty="0"/>
          </a:p>
        </p:txBody>
      </p:sp>
      <p:cxnSp>
        <p:nvCxnSpPr>
          <p:cNvPr id="6" name="Straight Connector 5">
            <a:extLst>
              <a:ext uri="{FF2B5EF4-FFF2-40B4-BE49-F238E27FC236}">
                <a16:creationId xmlns:a16="http://schemas.microsoft.com/office/drawing/2014/main" id="{5FA7AB40-CE07-6773-F477-107BB694C7B9}"/>
              </a:ext>
            </a:extLst>
          </p:cNvPr>
          <p:cNvCxnSpPr>
            <a:cxnSpLocks/>
          </p:cNvCxnSpPr>
          <p:nvPr userDrawn="1"/>
        </p:nvCxnSpPr>
        <p:spPr>
          <a:xfrm>
            <a:off x="0" y="6400800"/>
            <a:ext cx="12192000" cy="0"/>
          </a:xfrm>
          <a:prstGeom prst="line">
            <a:avLst/>
          </a:prstGeom>
          <a:ln w="95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0709622"/>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Number Large 2">
    <p:bg>
      <p:bgPr>
        <a:solidFill>
          <a:schemeClr val="bg2"/>
        </a:solidFill>
        <a:effectLst/>
      </p:bgPr>
    </p:bg>
    <p:spTree>
      <p:nvGrpSpPr>
        <p:cNvPr id="1" name=""/>
        <p:cNvGrpSpPr/>
        <p:nvPr/>
      </p:nvGrpSpPr>
      <p:grpSpPr>
        <a:xfrm>
          <a:off x="0" y="0"/>
          <a:ext cx="0" cy="0"/>
          <a:chOff x="0" y="0"/>
          <a:chExt cx="0" cy="0"/>
        </a:xfrm>
      </p:grpSpPr>
      <p:sp>
        <p:nvSpPr>
          <p:cNvPr id="10" name="Title 10">
            <a:extLst>
              <a:ext uri="{FF2B5EF4-FFF2-40B4-BE49-F238E27FC236}">
                <a16:creationId xmlns:a16="http://schemas.microsoft.com/office/drawing/2014/main" id="{3CD651BA-50FB-2DF6-3F6E-69C4FCD7BA80}"/>
              </a:ext>
            </a:extLst>
          </p:cNvPr>
          <p:cNvSpPr>
            <a:spLocks noGrp="1"/>
          </p:cNvSpPr>
          <p:nvPr>
            <p:ph type="title"/>
          </p:nvPr>
        </p:nvSpPr>
        <p:spPr>
          <a:xfrm>
            <a:off x="6095999" y="4609809"/>
            <a:ext cx="4953001" cy="1343730"/>
          </a:xfrm>
        </p:spPr>
        <p:txBody>
          <a:bodyPr anchor="b"/>
          <a:lstStyle>
            <a:lvl1pPr>
              <a:lnSpc>
                <a:spcPct val="110000"/>
              </a:lnSpc>
              <a:defRPr sz="2600" b="1">
                <a:solidFill>
                  <a:schemeClr val="accent1"/>
                </a:solidFill>
                <a:latin typeface="+mn-lt"/>
              </a:defRPr>
            </a:lvl1pPr>
          </a:lstStyle>
          <a:p>
            <a:r>
              <a:rPr lang="en-US"/>
              <a:t>Click to edit Master title style</a:t>
            </a:r>
          </a:p>
        </p:txBody>
      </p:sp>
      <p:sp>
        <p:nvSpPr>
          <p:cNvPr id="9" name="Content Placeholder 9">
            <a:extLst>
              <a:ext uri="{FF2B5EF4-FFF2-40B4-BE49-F238E27FC236}">
                <a16:creationId xmlns:a16="http://schemas.microsoft.com/office/drawing/2014/main" id="{FCA4E528-A76C-88B7-F866-78D030A514D8}"/>
              </a:ext>
            </a:extLst>
          </p:cNvPr>
          <p:cNvSpPr>
            <a:spLocks noGrp="1"/>
          </p:cNvSpPr>
          <p:nvPr>
            <p:ph sz="quarter" idx="14" hasCustomPrompt="1"/>
          </p:nvPr>
        </p:nvSpPr>
        <p:spPr>
          <a:xfrm>
            <a:off x="1143000" y="685801"/>
            <a:ext cx="9906000" cy="3276600"/>
          </a:xfrm>
        </p:spPr>
        <p:txBody>
          <a:bodyPr anchor="b"/>
          <a:lstStyle>
            <a:lvl1pPr>
              <a:lnSpc>
                <a:spcPct val="90000"/>
              </a:lnSpc>
              <a:buNone/>
              <a:defRPr sz="27000">
                <a:solidFill>
                  <a:schemeClr val="tx1"/>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endParaRPr lang="en-US" dirty="0"/>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10058401" y="6400800"/>
            <a:ext cx="990599" cy="457200"/>
          </a:xfrm>
        </p:spPr>
        <p:txBody>
          <a:bodyPr/>
          <a:lstStyle>
            <a:lvl1pPr>
              <a:defRPr>
                <a:solidFill>
                  <a:schemeClr val="tx1"/>
                </a:solidFill>
              </a:defRPr>
            </a:lvl1pPr>
          </a:lstStyle>
          <a:p>
            <a:fld id="{40BAEB1E-5971-4FE0-8556-E58B94C51D44}" type="datetime1">
              <a:rPr lang="en-US" smtClean="0"/>
              <a:t>2/9/2026</a:t>
            </a:fld>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dirty="0"/>
          </a:p>
        </p:txBody>
      </p:sp>
      <p:cxnSp>
        <p:nvCxnSpPr>
          <p:cNvPr id="6" name="Straight Connector 5">
            <a:extLst>
              <a:ext uri="{FF2B5EF4-FFF2-40B4-BE49-F238E27FC236}">
                <a16:creationId xmlns:a16="http://schemas.microsoft.com/office/drawing/2014/main" id="{50EA5BF1-23C2-0F30-7510-43650AEC4DE0}"/>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139907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Number Large 3">
    <p:bg>
      <p:bgPr>
        <a:solidFill>
          <a:schemeClr val="bg2"/>
        </a:solidFill>
        <a:effectLst/>
      </p:bgPr>
    </p:bg>
    <p:spTree>
      <p:nvGrpSpPr>
        <p:cNvPr id="1" name=""/>
        <p:cNvGrpSpPr/>
        <p:nvPr/>
      </p:nvGrpSpPr>
      <p:grpSpPr>
        <a:xfrm>
          <a:off x="0" y="0"/>
          <a:ext cx="0" cy="0"/>
          <a:chOff x="0" y="0"/>
          <a:chExt cx="0" cy="0"/>
        </a:xfrm>
      </p:grpSpPr>
      <p:sp>
        <p:nvSpPr>
          <p:cNvPr id="10" name="Title 10">
            <a:extLst>
              <a:ext uri="{FF2B5EF4-FFF2-40B4-BE49-F238E27FC236}">
                <a16:creationId xmlns:a16="http://schemas.microsoft.com/office/drawing/2014/main" id="{C3DADE7F-E67E-CAEA-8072-B9514E6E1175}"/>
              </a:ext>
            </a:extLst>
          </p:cNvPr>
          <p:cNvSpPr>
            <a:spLocks noGrp="1"/>
          </p:cNvSpPr>
          <p:nvPr>
            <p:ph type="title"/>
          </p:nvPr>
        </p:nvSpPr>
        <p:spPr>
          <a:xfrm>
            <a:off x="8153399" y="685800"/>
            <a:ext cx="2895601" cy="5267739"/>
          </a:xfrm>
        </p:spPr>
        <p:txBody>
          <a:bodyPr anchor="ctr"/>
          <a:lstStyle>
            <a:lvl1pPr>
              <a:lnSpc>
                <a:spcPct val="110000"/>
              </a:lnSpc>
              <a:defRPr sz="2600" b="1">
                <a:solidFill>
                  <a:schemeClr val="accent1"/>
                </a:solidFill>
                <a:latin typeface="+mn-lt"/>
              </a:defRPr>
            </a:lvl1pPr>
          </a:lstStyle>
          <a:p>
            <a:r>
              <a:rPr lang="en-US"/>
              <a:t>Click to edit Master title style</a:t>
            </a:r>
          </a:p>
        </p:txBody>
      </p:sp>
      <p:sp>
        <p:nvSpPr>
          <p:cNvPr id="9" name="Content Placeholder 9">
            <a:extLst>
              <a:ext uri="{FF2B5EF4-FFF2-40B4-BE49-F238E27FC236}">
                <a16:creationId xmlns:a16="http://schemas.microsoft.com/office/drawing/2014/main" id="{64D4B29D-DD33-F8A0-6077-D56DBC08D2DB}"/>
              </a:ext>
            </a:extLst>
          </p:cNvPr>
          <p:cNvSpPr>
            <a:spLocks noGrp="1"/>
          </p:cNvSpPr>
          <p:nvPr>
            <p:ph sz="quarter" idx="14" hasCustomPrompt="1"/>
          </p:nvPr>
        </p:nvSpPr>
        <p:spPr>
          <a:xfrm>
            <a:off x="1143000" y="685800"/>
            <a:ext cx="6781800" cy="4191001"/>
          </a:xfrm>
        </p:spPr>
        <p:txBody>
          <a:bodyPr anchor="b"/>
          <a:lstStyle>
            <a:lvl1pPr>
              <a:lnSpc>
                <a:spcPct val="90000"/>
              </a:lnSpc>
              <a:buNone/>
              <a:defRPr sz="20000">
                <a:solidFill>
                  <a:schemeClr val="accent1"/>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endParaRPr lang="en-US" dirty="0"/>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10058401" y="6400800"/>
            <a:ext cx="990599" cy="457200"/>
          </a:xfrm>
        </p:spPr>
        <p:txBody>
          <a:bodyPr/>
          <a:lstStyle/>
          <a:p>
            <a:fld id="{39DFF5D4-4547-4361-B250-BFE60A41E1A4}" type="datetime1">
              <a:rPr lang="en-US" smtClean="0"/>
              <a:t>2/9/2026</a:t>
            </a:fld>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6" name="Straight Connector 5">
            <a:extLst>
              <a:ext uri="{FF2B5EF4-FFF2-40B4-BE49-F238E27FC236}">
                <a16:creationId xmlns:a16="http://schemas.microsoft.com/office/drawing/2014/main" id="{D002FC57-F63B-DF9D-9ACC-AC4696C03769}"/>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4436010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Number Large 4">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81D15B53-A6D4-5307-3354-15A2A777AAD6}"/>
              </a:ext>
            </a:extLst>
          </p:cNvPr>
          <p:cNvSpPr>
            <a:spLocks noGrp="1"/>
          </p:cNvSpPr>
          <p:nvPr>
            <p:ph sz="quarter" idx="14" hasCustomPrompt="1"/>
          </p:nvPr>
        </p:nvSpPr>
        <p:spPr>
          <a:xfrm>
            <a:off x="1143000" y="715425"/>
            <a:ext cx="9906000" cy="4217987"/>
          </a:xfrm>
        </p:spPr>
        <p:txBody>
          <a:bodyPr/>
          <a:lstStyle>
            <a:lvl1pPr>
              <a:lnSpc>
                <a:spcPct val="90000"/>
              </a:lnSpc>
              <a:buNone/>
              <a:defRPr sz="27000">
                <a:solidFill>
                  <a:schemeClr val="bg1"/>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bg1"/>
                </a:solidFill>
              </a:defRPr>
            </a:lvl1pPr>
          </a:lstStyle>
          <a:p>
            <a:endParaRPr lang="en-US" dirty="0">
              <a:solidFill>
                <a:schemeClr val="bg1"/>
              </a:solidFill>
            </a:endParaRP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10058400" y="6400800"/>
            <a:ext cx="990600" cy="457200"/>
          </a:xfrm>
        </p:spPr>
        <p:txBody>
          <a:bodyPr/>
          <a:lstStyle>
            <a:lvl1pPr>
              <a:defRPr>
                <a:solidFill>
                  <a:schemeClr val="bg1"/>
                </a:solidFill>
              </a:defRPr>
            </a:lvl1pPr>
          </a:lstStyle>
          <a:p>
            <a:fld id="{4499B2AA-EA1F-4808-8C25-C8FD26324E26}" type="datetime1">
              <a:rPr lang="en-US" smtClean="0"/>
              <a:t>2/9/2026</a:t>
            </a:fld>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bg1"/>
                </a:solidFill>
              </a:defRPr>
            </a:lvl1pPr>
          </a:lstStyle>
          <a:p>
            <a:fld id="{AEAA3239-9EA4-4A65-A281-97F994456D9F}" type="slidenum">
              <a:rPr lang="en-US" smtClean="0"/>
              <a:pPr/>
              <a:t>‹#›</a:t>
            </a:fld>
            <a:endParaRPr lang="en-US" dirty="0"/>
          </a:p>
        </p:txBody>
      </p:sp>
      <p:cxnSp>
        <p:nvCxnSpPr>
          <p:cNvPr id="6" name="Straight Connector 5">
            <a:extLst>
              <a:ext uri="{FF2B5EF4-FFF2-40B4-BE49-F238E27FC236}">
                <a16:creationId xmlns:a16="http://schemas.microsoft.com/office/drawing/2014/main" id="{99D6B5B7-21A5-3BED-394A-5383E64E7DF5}"/>
              </a:ext>
            </a:extLst>
          </p:cNvPr>
          <p:cNvCxnSpPr>
            <a:cxnSpLocks/>
          </p:cNvCxnSpPr>
          <p:nvPr userDrawn="1"/>
        </p:nvCxnSpPr>
        <p:spPr>
          <a:xfrm>
            <a:off x="0" y="6400800"/>
            <a:ext cx="12192000" cy="0"/>
          </a:xfrm>
          <a:prstGeom prst="line">
            <a:avLst/>
          </a:prstGeom>
          <a:ln w="95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itle 10">
            <a:extLst>
              <a:ext uri="{FF2B5EF4-FFF2-40B4-BE49-F238E27FC236}">
                <a16:creationId xmlns:a16="http://schemas.microsoft.com/office/drawing/2014/main" id="{53B1AF28-7C69-5D76-E7F7-FF9768CC36DF}"/>
              </a:ext>
            </a:extLst>
          </p:cNvPr>
          <p:cNvSpPr>
            <a:spLocks noGrp="1"/>
          </p:cNvSpPr>
          <p:nvPr>
            <p:ph type="title"/>
          </p:nvPr>
        </p:nvSpPr>
        <p:spPr>
          <a:xfrm>
            <a:off x="1143001" y="5166360"/>
            <a:ext cx="8759952" cy="786384"/>
          </a:xfrm>
        </p:spPr>
        <p:txBody>
          <a:bodyPr/>
          <a:lstStyle>
            <a:lvl1pPr>
              <a:lnSpc>
                <a:spcPct val="110000"/>
              </a:lnSpc>
              <a:defRPr sz="2800" b="1">
                <a:solidFill>
                  <a:schemeClr val="bg1"/>
                </a:solidFill>
                <a:latin typeface="+mn-lt"/>
              </a:defRPr>
            </a:lvl1pPr>
          </a:lstStyle>
          <a:p>
            <a:r>
              <a:rPr lang="en-US"/>
              <a:t>Click to edit Master title style</a:t>
            </a:r>
          </a:p>
        </p:txBody>
      </p:sp>
    </p:spTree>
    <p:extLst>
      <p:ext uri="{BB962C8B-B14F-4D97-AF65-F5344CB8AC3E}">
        <p14:creationId xmlns:p14="http://schemas.microsoft.com/office/powerpoint/2010/main" val="480373301"/>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143000" y="685800"/>
            <a:ext cx="9906000" cy="5257800"/>
          </a:xfrm>
        </p:spPr>
        <p:txBody>
          <a:bodyPr anchor="t">
            <a:normAutofit/>
          </a:bodyPr>
          <a:lstStyle>
            <a:lvl1pPr marL="0" indent="0">
              <a:lnSpc>
                <a:spcPct val="90000"/>
              </a:lnSpc>
              <a:buNone/>
              <a:defRPr sz="5400" b="0">
                <a:solidFill>
                  <a:schemeClr val="bg1"/>
                </a:solidFill>
                <a:latin typeface="+mj-lt"/>
                <a:cs typeface="Mongolian Baiti" panose="03000500000000000000" pitchFamily="66" charset="0"/>
              </a:defRPr>
            </a:lvl1pPr>
            <a:lvl2pPr marL="228600" indent="0">
              <a:lnSpc>
                <a:spcPct val="90000"/>
              </a:lnSpc>
              <a:buNone/>
              <a:defRPr sz="5400" b="0">
                <a:solidFill>
                  <a:schemeClr val="bg1"/>
                </a:solidFill>
                <a:latin typeface="+mj-lt"/>
                <a:cs typeface="Mongolian Baiti" panose="03000500000000000000" pitchFamily="66" charset="0"/>
              </a:defRPr>
            </a:lvl2pPr>
            <a:lvl3pPr marL="457200" indent="0">
              <a:lnSpc>
                <a:spcPct val="90000"/>
              </a:lnSpc>
              <a:buNone/>
              <a:defRPr sz="5400" b="0">
                <a:solidFill>
                  <a:schemeClr val="bg1"/>
                </a:solidFill>
                <a:latin typeface="+mj-lt"/>
                <a:cs typeface="Mongolian Baiti" panose="03000500000000000000" pitchFamily="66" charset="0"/>
              </a:defRPr>
            </a:lvl3pPr>
            <a:lvl4pPr marL="685800" indent="0">
              <a:lnSpc>
                <a:spcPct val="90000"/>
              </a:lnSpc>
              <a:buNone/>
              <a:defRPr sz="5400" b="0">
                <a:solidFill>
                  <a:schemeClr val="bg1"/>
                </a:solidFill>
                <a:latin typeface="+mj-lt"/>
                <a:cs typeface="Mongolian Baiti" panose="03000500000000000000" pitchFamily="66" charset="0"/>
              </a:defRPr>
            </a:lvl4pPr>
            <a:lvl5pPr marL="914400" indent="0">
              <a:lnSpc>
                <a:spcPct val="90000"/>
              </a:lnSpc>
              <a:buNone/>
              <a:defRPr sz="5400" b="0">
                <a:solidFill>
                  <a:schemeClr val="bg1"/>
                </a:solidFill>
                <a:latin typeface="+mj-lt"/>
                <a:cs typeface="Mongolian Baiti" panose="03000500000000000000" pitchFamily="66" charset="0"/>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bg1"/>
                </a:solidFill>
              </a:defRPr>
            </a:lvl1pPr>
          </a:lstStyle>
          <a:p>
            <a:endParaRPr lang="en-US" dirty="0">
              <a:solidFill>
                <a:schemeClr val="bg1"/>
              </a:solidFill>
            </a:endParaRP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10058401" y="6400800"/>
            <a:ext cx="990599" cy="457200"/>
          </a:xfrm>
        </p:spPr>
        <p:txBody>
          <a:bodyPr/>
          <a:lstStyle>
            <a:lvl1pPr>
              <a:defRPr>
                <a:solidFill>
                  <a:schemeClr val="bg1"/>
                </a:solidFill>
              </a:defRPr>
            </a:lvl1pPr>
          </a:lstStyle>
          <a:p>
            <a:fld id="{7F8C9FE2-6DE5-4BD7-B30C-85A8ECDF0918}" type="datetime1">
              <a:rPr lang="en-US" smtClean="0"/>
              <a:t>2/9/2026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bg1"/>
                </a:solidFill>
              </a:defRPr>
            </a:lvl1pPr>
          </a:lstStyle>
          <a:p>
            <a:fld id="{AEAA3239-9EA4-4A65-A281-97F994456D9F}" type="slidenum">
              <a:rPr lang="en-US" smtClean="0"/>
              <a:pPr/>
              <a:t>‹#›</a:t>
            </a:fld>
            <a:endParaRPr lang="en-US" dirty="0"/>
          </a:p>
        </p:txBody>
      </p:sp>
      <p:cxnSp>
        <p:nvCxnSpPr>
          <p:cNvPr id="6" name="Straight Connector 5">
            <a:extLst>
              <a:ext uri="{FF2B5EF4-FFF2-40B4-BE49-F238E27FC236}">
                <a16:creationId xmlns:a16="http://schemas.microsoft.com/office/drawing/2014/main" id="{D9E59E0B-DA31-573A-9F4C-606FE4AAB022}"/>
              </a:ext>
            </a:extLst>
          </p:cNvPr>
          <p:cNvCxnSpPr>
            <a:cxnSpLocks/>
          </p:cNvCxnSpPr>
          <p:nvPr userDrawn="1"/>
        </p:nvCxnSpPr>
        <p:spPr>
          <a:xfrm>
            <a:off x="0" y="6400800"/>
            <a:ext cx="12192000" cy="0"/>
          </a:xfrm>
          <a:prstGeom prst="line">
            <a:avLst/>
          </a:prstGeom>
          <a:ln w="95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0289778"/>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143000" y="685800"/>
            <a:ext cx="10439400" cy="5257800"/>
          </a:xfrm>
        </p:spPr>
        <p:txBody>
          <a:bodyPr anchor="t">
            <a:normAutofit/>
          </a:bodyPr>
          <a:lstStyle>
            <a:lvl1pPr marL="0" indent="0">
              <a:lnSpc>
                <a:spcPct val="90000"/>
              </a:lnSpc>
              <a:buNone/>
              <a:defRPr sz="5400" b="0">
                <a:solidFill>
                  <a:schemeClr val="tx1"/>
                </a:solidFill>
                <a:latin typeface="+mj-lt"/>
                <a:cs typeface="Mongolian Baiti" panose="03000500000000000000" pitchFamily="66" charset="0"/>
              </a:defRPr>
            </a:lvl1pPr>
            <a:lvl2pPr marL="228600" indent="0">
              <a:lnSpc>
                <a:spcPct val="90000"/>
              </a:lnSpc>
              <a:buNone/>
              <a:defRPr sz="5400" b="0">
                <a:solidFill>
                  <a:schemeClr val="tx1"/>
                </a:solidFill>
                <a:latin typeface="+mj-lt"/>
                <a:cs typeface="Mongolian Baiti" panose="03000500000000000000" pitchFamily="66" charset="0"/>
              </a:defRPr>
            </a:lvl2pPr>
            <a:lvl3pPr marL="457200" indent="0">
              <a:lnSpc>
                <a:spcPct val="90000"/>
              </a:lnSpc>
              <a:buNone/>
              <a:defRPr sz="5400" b="0">
                <a:solidFill>
                  <a:schemeClr val="tx1"/>
                </a:solidFill>
                <a:latin typeface="+mj-lt"/>
                <a:cs typeface="Mongolian Baiti" panose="03000500000000000000" pitchFamily="66" charset="0"/>
              </a:defRPr>
            </a:lvl3pPr>
            <a:lvl4pPr marL="685800" indent="0">
              <a:lnSpc>
                <a:spcPct val="90000"/>
              </a:lnSpc>
              <a:buNone/>
              <a:defRPr sz="5400" b="0">
                <a:solidFill>
                  <a:schemeClr val="tx1"/>
                </a:solidFill>
                <a:latin typeface="+mj-lt"/>
                <a:cs typeface="Mongolian Baiti" panose="03000500000000000000" pitchFamily="66" charset="0"/>
              </a:defRPr>
            </a:lvl4pPr>
            <a:lvl5pPr marL="914400" indent="0">
              <a:lnSpc>
                <a:spcPct val="90000"/>
              </a:lnSpc>
              <a:buNone/>
              <a:defRPr sz="5400" b="0">
                <a:solidFill>
                  <a:schemeClr val="tx1"/>
                </a:solidFill>
                <a:latin typeface="+mj-lt"/>
                <a:cs typeface="Mongolian Baiti" panose="03000500000000000000" pitchFamily="66" charset="0"/>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dirty="0"/>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10058401" y="6400800"/>
            <a:ext cx="990599" cy="457200"/>
          </a:xfrm>
        </p:spPr>
        <p:txBody>
          <a:bodyPr/>
          <a:lstStyle/>
          <a:p>
            <a:fld id="{00D39FB3-A85A-4123-936A-B01B34283303}" type="datetime1">
              <a:rPr lang="en-US" smtClean="0"/>
              <a:t>2/9/2026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6" name="Straight Connector 5">
            <a:extLst>
              <a:ext uri="{FF2B5EF4-FFF2-40B4-BE49-F238E27FC236}">
                <a16:creationId xmlns:a16="http://schemas.microsoft.com/office/drawing/2014/main" id="{5E01FFB5-9AC9-5608-D38C-31B179F100FD}"/>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321650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143000" y="685801"/>
            <a:ext cx="9906000" cy="5257799"/>
          </a:xfrm>
        </p:spPr>
        <p:txBody>
          <a:bodyPr anchor="b">
            <a:normAutofit/>
          </a:bodyPr>
          <a:lstStyle>
            <a:lvl1pPr marL="0" indent="0">
              <a:lnSpc>
                <a:spcPct val="90000"/>
              </a:lnSpc>
              <a:buNone/>
              <a:defRPr sz="5400" b="0">
                <a:latin typeface="+mj-lt"/>
                <a:cs typeface="Mongolian Baiti" panose="03000500000000000000" pitchFamily="66" charset="0"/>
              </a:defRPr>
            </a:lvl1pPr>
            <a:lvl2pPr marL="228600" indent="0">
              <a:lnSpc>
                <a:spcPct val="90000"/>
              </a:lnSpc>
              <a:buNone/>
              <a:defRPr sz="5400" b="0">
                <a:latin typeface="+mj-lt"/>
                <a:cs typeface="Mongolian Baiti" panose="03000500000000000000" pitchFamily="66" charset="0"/>
              </a:defRPr>
            </a:lvl2pPr>
            <a:lvl3pPr marL="457200" indent="0">
              <a:lnSpc>
                <a:spcPct val="90000"/>
              </a:lnSpc>
              <a:buNone/>
              <a:defRPr sz="5400" b="0">
                <a:latin typeface="+mj-lt"/>
                <a:cs typeface="Mongolian Baiti" panose="03000500000000000000" pitchFamily="66" charset="0"/>
              </a:defRPr>
            </a:lvl3pPr>
            <a:lvl4pPr marL="685800" indent="0">
              <a:lnSpc>
                <a:spcPct val="90000"/>
              </a:lnSpc>
              <a:buNone/>
              <a:defRPr sz="5400" b="0">
                <a:latin typeface="+mj-lt"/>
                <a:cs typeface="Mongolian Baiti" panose="03000500000000000000" pitchFamily="66" charset="0"/>
              </a:defRPr>
            </a:lvl4pPr>
            <a:lvl5pPr marL="914400" indent="0">
              <a:lnSpc>
                <a:spcPct val="90000"/>
              </a:lnSpc>
              <a:buNone/>
              <a:defRPr sz="5400" b="0">
                <a:latin typeface="+mj-lt"/>
                <a:cs typeface="Mongolian Baiti" panose="03000500000000000000" pitchFamily="66" charset="0"/>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152400" y="6400800"/>
            <a:ext cx="5943599" cy="457200"/>
          </a:xfrm>
        </p:spPr>
        <p:txBody>
          <a:bodyPr/>
          <a:lstStyle/>
          <a:p>
            <a:endParaRPr lang="en-US" dirty="0"/>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10058400" y="6400800"/>
            <a:ext cx="990600" cy="457200"/>
          </a:xfrm>
        </p:spPr>
        <p:txBody>
          <a:bodyPr/>
          <a:lstStyle/>
          <a:p>
            <a:fld id="{A70944E6-539A-4BC8-B250-092F2CE95E90}" type="datetime1">
              <a:rPr lang="en-US" smtClean="0"/>
              <a:t>2/9/2026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049000" y="6400800"/>
            <a:ext cx="990600" cy="457200"/>
          </a:xfrm>
        </p:spPr>
        <p:txBody>
          <a:bodyPr/>
          <a:lstStyle/>
          <a:p>
            <a:fld id="{AEAA3239-9EA4-4A65-A281-97F994456D9F}" type="slidenum">
              <a:rPr lang="en-US" smtClean="0"/>
              <a:t>‹#›</a:t>
            </a:fld>
            <a:endParaRPr lang="en-US" dirty="0"/>
          </a:p>
        </p:txBody>
      </p:sp>
      <p:cxnSp>
        <p:nvCxnSpPr>
          <p:cNvPr id="6" name="Straight Connector 5">
            <a:extLst>
              <a:ext uri="{FF2B5EF4-FFF2-40B4-BE49-F238E27FC236}">
                <a16:creationId xmlns:a16="http://schemas.microsoft.com/office/drawing/2014/main" id="{816CE4C6-A657-5805-17C1-DFBE412C51BD}"/>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326253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tatement 5">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143000" y="685800"/>
            <a:ext cx="9906000" cy="5257800"/>
          </a:xfrm>
        </p:spPr>
        <p:txBody>
          <a:bodyPr vert="horz" lIns="91440" tIns="45720" rIns="91440" bIns="45720" rtlCol="0" anchor="t">
            <a:normAutofit/>
          </a:bodyPr>
          <a:lstStyle>
            <a:lvl1pPr marL="0" indent="0">
              <a:lnSpc>
                <a:spcPct val="90000"/>
              </a:lnSpc>
              <a:buNone/>
              <a:defRPr lang="en-US" sz="5400" b="1" dirty="0">
                <a:solidFill>
                  <a:schemeClr val="bg1"/>
                </a:solidFill>
                <a:latin typeface="+mn-lt"/>
              </a:defRPr>
            </a:lvl1pPr>
            <a:lvl2pPr marL="228600" indent="0">
              <a:lnSpc>
                <a:spcPct val="90000"/>
              </a:lnSpc>
              <a:buNone/>
              <a:defRPr lang="en-US" sz="5400" b="1" dirty="0">
                <a:solidFill>
                  <a:schemeClr val="bg1"/>
                </a:solidFill>
                <a:latin typeface="+mn-lt"/>
              </a:defRPr>
            </a:lvl2pPr>
            <a:lvl3pPr marL="457200" indent="0">
              <a:lnSpc>
                <a:spcPct val="90000"/>
              </a:lnSpc>
              <a:buNone/>
              <a:defRPr lang="en-US" sz="5400" b="1" dirty="0">
                <a:solidFill>
                  <a:schemeClr val="bg1"/>
                </a:solidFill>
                <a:latin typeface="+mn-lt"/>
              </a:defRPr>
            </a:lvl3pPr>
            <a:lvl4pPr marL="685800" indent="0">
              <a:lnSpc>
                <a:spcPct val="90000"/>
              </a:lnSpc>
              <a:buNone/>
              <a:defRPr lang="en-US" sz="5400" b="1" dirty="0">
                <a:solidFill>
                  <a:schemeClr val="bg1"/>
                </a:solidFill>
                <a:latin typeface="+mn-lt"/>
              </a:defRPr>
            </a:lvl4pPr>
            <a:lvl5pPr marL="914400" indent="0">
              <a:lnSpc>
                <a:spcPct val="90000"/>
              </a:lnSpc>
              <a:buNone/>
              <a:defRPr lang="en-US" sz="5400" b="1" dirty="0">
                <a:solidFill>
                  <a:schemeClr val="bg1"/>
                </a:solidFill>
                <a:latin typeface="+mn-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bg1"/>
                </a:solidFill>
              </a:defRPr>
            </a:lvl1pPr>
          </a:lstStyle>
          <a:p>
            <a:endParaRPr lang="en-US" dirty="0">
              <a:solidFill>
                <a:schemeClr val="bg1"/>
              </a:solidFill>
            </a:endParaRP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10058401" y="6400800"/>
            <a:ext cx="990599" cy="457200"/>
          </a:xfrm>
        </p:spPr>
        <p:txBody>
          <a:bodyPr/>
          <a:lstStyle>
            <a:lvl1pPr>
              <a:defRPr>
                <a:solidFill>
                  <a:schemeClr val="bg1"/>
                </a:solidFill>
              </a:defRPr>
            </a:lvl1pPr>
          </a:lstStyle>
          <a:p>
            <a:fld id="{630B6F89-4209-4DBA-AE92-A89C4CA08C29}" type="datetime1">
              <a:rPr lang="en-US" smtClean="0"/>
              <a:t>2/9/2026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bg1"/>
                </a:solidFill>
              </a:defRPr>
            </a:lvl1pPr>
          </a:lstStyle>
          <a:p>
            <a:fld id="{AEAA3239-9EA4-4A65-A281-97F994456D9F}" type="slidenum">
              <a:rPr lang="en-US" smtClean="0"/>
              <a:pPr/>
              <a:t>‹#›</a:t>
            </a:fld>
            <a:endParaRPr lang="en-US" dirty="0"/>
          </a:p>
        </p:txBody>
      </p:sp>
      <p:cxnSp>
        <p:nvCxnSpPr>
          <p:cNvPr id="6" name="Straight Connector 5">
            <a:extLst>
              <a:ext uri="{FF2B5EF4-FFF2-40B4-BE49-F238E27FC236}">
                <a16:creationId xmlns:a16="http://schemas.microsoft.com/office/drawing/2014/main" id="{2C45B696-5A62-5895-72D9-DC0A3B3E2F89}"/>
              </a:ext>
            </a:extLst>
          </p:cNvPr>
          <p:cNvCxnSpPr>
            <a:cxnSpLocks/>
          </p:cNvCxnSpPr>
          <p:nvPr userDrawn="1"/>
        </p:nvCxnSpPr>
        <p:spPr>
          <a:xfrm>
            <a:off x="0" y="6400800"/>
            <a:ext cx="12192000" cy="0"/>
          </a:xfrm>
          <a:prstGeom prst="line">
            <a:avLst/>
          </a:prstGeom>
          <a:ln w="95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71501658"/>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143000" y="5029200"/>
            <a:ext cx="9906000" cy="914400"/>
          </a:xfrm>
        </p:spPr>
        <p:txBody>
          <a:bodyPr anchor="b">
            <a:normAutofit/>
          </a:bodyPr>
          <a:lstStyle>
            <a:lvl1pPr>
              <a:lnSpc>
                <a:spcPct val="120000"/>
              </a:lnSpc>
              <a:defRPr sz="2000" b="1" i="0" spc="0">
                <a:solidFill>
                  <a:schemeClr val="accent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143000" y="685800"/>
            <a:ext cx="9906000" cy="4114800"/>
          </a:xfrm>
        </p:spPr>
        <p:txBody>
          <a:bodyPr anchor="b">
            <a:normAutofit/>
          </a:bodyPr>
          <a:lstStyle>
            <a:lvl1pPr marL="164592" indent="-164592">
              <a:lnSpc>
                <a:spcPct val="100000"/>
              </a:lnSpc>
              <a:spcBef>
                <a:spcPts val="0"/>
              </a:spcBef>
              <a:buNone/>
              <a:defRPr sz="5400">
                <a:latin typeface="+mj-lt"/>
                <a:cs typeface="Mongolian Baiti" panose="03000500000000000000" pitchFamily="66" charset="0"/>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US" dirty="0"/>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10058401" y="6400800"/>
            <a:ext cx="990599" cy="457200"/>
          </a:xfrm>
        </p:spPr>
        <p:txBody>
          <a:bodyPr/>
          <a:lstStyle/>
          <a:p>
            <a:fld id="{9C85BD29-F703-441C-BA70-A68EA51BEFAB}" type="datetime1">
              <a:rPr lang="en-US" smtClean="0"/>
              <a:t>2/9/2026</a:t>
            </a:fld>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6" name="Straight Connector 5">
            <a:extLst>
              <a:ext uri="{FF2B5EF4-FFF2-40B4-BE49-F238E27FC236}">
                <a16:creationId xmlns:a16="http://schemas.microsoft.com/office/drawing/2014/main" id="{4A33729E-38D5-A1E3-A590-6B649D520DE4}"/>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395791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Quote 2">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143000" y="4955722"/>
            <a:ext cx="9906000" cy="987878"/>
          </a:xfrm>
        </p:spPr>
        <p:txBody>
          <a:bodyPr anchor="ctr">
            <a:normAutofit/>
          </a:bodyPr>
          <a:lstStyle>
            <a:lvl1pPr algn="r">
              <a:lnSpc>
                <a:spcPct val="120000"/>
              </a:lnSpc>
              <a:defRPr sz="2000" b="1" i="0" spc="0">
                <a:solidFill>
                  <a:schemeClr val="bg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143000" y="685800"/>
            <a:ext cx="9906000" cy="3950208"/>
          </a:xfrm>
        </p:spPr>
        <p:txBody>
          <a:bodyPr anchor="t">
            <a:normAutofit/>
          </a:bodyPr>
          <a:lstStyle>
            <a:lvl1pPr marL="164592" indent="-164592">
              <a:lnSpc>
                <a:spcPct val="100000"/>
              </a:lnSpc>
              <a:spcBef>
                <a:spcPts val="0"/>
              </a:spcBef>
              <a:buNone/>
              <a:defRPr sz="4800">
                <a:solidFill>
                  <a:schemeClr val="bg1"/>
                </a:solidFill>
                <a:latin typeface="+mj-lt"/>
                <a:cs typeface="Mongolian Baiti" panose="03000500000000000000" pitchFamily="66" charset="0"/>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bg1"/>
                </a:solidFill>
              </a:defRPr>
            </a:lvl1pPr>
          </a:lstStyle>
          <a:p>
            <a:endParaRPr lang="en-US" dirty="0">
              <a:solidFill>
                <a:schemeClr val="bg1"/>
              </a:solidFill>
            </a:endParaRP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10058401" y="6400800"/>
            <a:ext cx="990599" cy="457200"/>
          </a:xfrm>
        </p:spPr>
        <p:txBody>
          <a:bodyPr/>
          <a:lstStyle>
            <a:lvl1pPr>
              <a:defRPr>
                <a:solidFill>
                  <a:schemeClr val="bg1"/>
                </a:solidFill>
              </a:defRPr>
            </a:lvl1pPr>
          </a:lstStyle>
          <a:p>
            <a:fld id="{8F5B9CFA-6593-4507-A356-FB73387E9819}" type="datetime1">
              <a:rPr lang="en-US" smtClean="0"/>
              <a:t>2/9/2026</a:t>
            </a:fld>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bg1"/>
                </a:solidFill>
              </a:defRPr>
            </a:lvl1pPr>
          </a:lstStyle>
          <a:p>
            <a:fld id="{AEAA3239-9EA4-4A65-A281-97F994456D9F}" type="slidenum">
              <a:rPr lang="en-US" smtClean="0"/>
              <a:pPr/>
              <a:t>‹#›</a:t>
            </a:fld>
            <a:endParaRPr lang="en-US" dirty="0"/>
          </a:p>
        </p:txBody>
      </p:sp>
      <p:cxnSp>
        <p:nvCxnSpPr>
          <p:cNvPr id="6" name="Straight Connector 5">
            <a:extLst>
              <a:ext uri="{FF2B5EF4-FFF2-40B4-BE49-F238E27FC236}">
                <a16:creationId xmlns:a16="http://schemas.microsoft.com/office/drawing/2014/main" id="{EAB597FC-DDBE-CAE6-D19E-43EBC6822347}"/>
              </a:ext>
            </a:extLst>
          </p:cNvPr>
          <p:cNvCxnSpPr>
            <a:cxnSpLocks/>
          </p:cNvCxnSpPr>
          <p:nvPr userDrawn="1"/>
        </p:nvCxnSpPr>
        <p:spPr>
          <a:xfrm>
            <a:off x="0" y="6400800"/>
            <a:ext cx="12192000" cy="0"/>
          </a:xfrm>
          <a:prstGeom prst="line">
            <a:avLst/>
          </a:prstGeom>
          <a:ln w="95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8225576"/>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4707468" y="5029200"/>
            <a:ext cx="6341532" cy="914399"/>
          </a:xfrm>
        </p:spPr>
        <p:txBody>
          <a:bodyPr anchor="b">
            <a:normAutofit/>
          </a:bodyPr>
          <a:lstStyle>
            <a:lvl1pPr algn="r">
              <a:lnSpc>
                <a:spcPct val="120000"/>
              </a:lnSpc>
              <a:defRPr sz="2000" b="1" i="0" spc="0">
                <a:solidFill>
                  <a:schemeClr val="accent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143000" y="685800"/>
            <a:ext cx="9906000" cy="4073980"/>
          </a:xfrm>
        </p:spPr>
        <p:txBody>
          <a:bodyPr anchor="ctr">
            <a:normAutofit/>
          </a:bodyPr>
          <a:lstStyle>
            <a:lvl1pPr marL="164592" indent="-164592">
              <a:lnSpc>
                <a:spcPct val="110000"/>
              </a:lnSpc>
              <a:spcBef>
                <a:spcPts val="0"/>
              </a:spcBef>
              <a:buNone/>
              <a:defRPr sz="5400">
                <a:latin typeface="+mj-lt"/>
                <a:cs typeface="Mongolian Baiti" panose="03000500000000000000" pitchFamily="66" charset="0"/>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US" dirty="0"/>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10058401" y="6400800"/>
            <a:ext cx="990599" cy="457200"/>
          </a:xfrm>
        </p:spPr>
        <p:txBody>
          <a:bodyPr/>
          <a:lstStyle/>
          <a:p>
            <a:fld id="{6DF2A675-1020-4672-8497-CDB1190FE408}" type="datetime1">
              <a:rPr lang="en-US" smtClean="0"/>
              <a:t>2/9/2026</a:t>
            </a:fld>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6" name="Straight Connector 5">
            <a:extLst>
              <a:ext uri="{FF2B5EF4-FFF2-40B4-BE49-F238E27FC236}">
                <a16:creationId xmlns:a16="http://schemas.microsoft.com/office/drawing/2014/main" id="{FE0B72BA-2488-6234-EBE9-5F35F28FB990}"/>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045873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143000" y="685800"/>
            <a:ext cx="9906000" cy="1828800"/>
          </a:xfrm>
        </p:spPr>
        <p:txBody>
          <a:bodyPr anchor="b">
            <a:normAutofit/>
          </a:bodyPr>
          <a:lstStyle>
            <a:lvl1pPr>
              <a:defRPr sz="7200">
                <a:solidFill>
                  <a:schemeClr val="tx1"/>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1143000" y="2729555"/>
            <a:ext cx="9906000" cy="3214045"/>
          </a:xfrm>
        </p:spPr>
        <p:txBody>
          <a:bodyPr/>
          <a:lstStyle>
            <a:lvl1pPr marL="0" indent="0">
              <a:spcBef>
                <a:spcPts val="0"/>
              </a:spcBef>
              <a:buNone/>
              <a:defRPr>
                <a:solidFill>
                  <a:schemeClr val="tx1"/>
                </a:solidFill>
                <a:latin typeface="+mn-lt"/>
              </a:defRPr>
            </a:lvl1pPr>
            <a:lvl2pPr marL="228600" indent="0">
              <a:spcBef>
                <a:spcPts val="0"/>
              </a:spcBef>
              <a:buNone/>
              <a:defRPr>
                <a:solidFill>
                  <a:schemeClr val="tx1"/>
                </a:solidFill>
                <a:latin typeface="+mn-lt"/>
              </a:defRPr>
            </a:lvl2pPr>
            <a:lvl3pPr marL="457200" indent="0">
              <a:spcBef>
                <a:spcPts val="0"/>
              </a:spcBef>
              <a:buNone/>
              <a:defRPr>
                <a:solidFill>
                  <a:schemeClr val="tx1"/>
                </a:solidFill>
                <a:latin typeface="+mn-lt"/>
              </a:defRPr>
            </a:lvl3pPr>
            <a:lvl4pPr marL="685800" indent="0">
              <a:spcBef>
                <a:spcPts val="0"/>
              </a:spcBef>
              <a:buNone/>
              <a:defRPr>
                <a:solidFill>
                  <a:schemeClr val="tx1"/>
                </a:solidFill>
                <a:latin typeface="+mn-lt"/>
              </a:defRPr>
            </a:lvl4pPr>
            <a:lvl5pPr marL="914400" indent="0">
              <a:spcBef>
                <a:spcPts val="0"/>
              </a:spcBef>
              <a:buNone/>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10058401" y="6400800"/>
            <a:ext cx="990599" cy="457200"/>
          </a:xfrm>
        </p:spPr>
        <p:txBody>
          <a:bodyPr/>
          <a:lstStyle>
            <a:lvl1pPr>
              <a:defRPr>
                <a:solidFill>
                  <a:schemeClr val="tx1"/>
                </a:solidFill>
              </a:defRPr>
            </a:lvl1pPr>
          </a:lstStyle>
          <a:p>
            <a:fld id="{5B21EF61-A901-4AB4-9C45-C45E4D36F49E}" type="datetime1">
              <a:rPr lang="en-US" smtClean="0"/>
              <a:t>2/9/2026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dirty="0"/>
          </a:p>
        </p:txBody>
      </p:sp>
      <p:cxnSp>
        <p:nvCxnSpPr>
          <p:cNvPr id="3" name="Straight Connector 2">
            <a:extLst>
              <a:ext uri="{FF2B5EF4-FFF2-40B4-BE49-F238E27FC236}">
                <a16:creationId xmlns:a16="http://schemas.microsoft.com/office/drawing/2014/main" id="{597917D3-DF16-9257-206A-EC4725B68DB8}"/>
              </a:ext>
            </a:extLst>
          </p:cNvPr>
          <p:cNvCxnSpPr>
            <a:cxnSpLocks/>
          </p:cNvCxnSpPr>
          <p:nvPr userDrawn="1"/>
        </p:nvCxnSpPr>
        <p:spPr>
          <a:xfrm>
            <a:off x="0" y="6400800"/>
            <a:ext cx="12192000" cy="0"/>
          </a:xfrm>
          <a:prstGeom prst="line">
            <a:avLst/>
          </a:prstGeom>
          <a:ln w="95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6296287"/>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143000" y="2278617"/>
            <a:ext cx="8430767" cy="1842020"/>
          </a:xfrm>
        </p:spPr>
        <p:txBody>
          <a:bodyPr anchor="b">
            <a:noAutofit/>
          </a:bodyPr>
          <a:lstStyle>
            <a:lvl1pPr>
              <a:defRPr sz="7200">
                <a:solidFill>
                  <a:schemeClr val="bg1"/>
                </a:solidFill>
              </a:defRPr>
            </a:lvl1pPr>
          </a:lstStyle>
          <a:p>
            <a:r>
              <a:rPr lang="en-US" dirty="0"/>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1143128" y="4335592"/>
            <a:ext cx="8430639" cy="1608008"/>
          </a:xfrm>
        </p:spPr>
        <p:txBody>
          <a:bodyPr>
            <a:normAutofit/>
          </a:bodyPr>
          <a:lstStyle>
            <a:lvl1pPr marL="0" indent="0">
              <a:spcBef>
                <a:spcPts val="0"/>
              </a:spcBef>
              <a:buNone/>
              <a:defRPr sz="1800">
                <a:solidFill>
                  <a:schemeClr val="bg1"/>
                </a:solidFill>
              </a:defRPr>
            </a:lvl1pPr>
            <a:lvl2pPr marL="228600" indent="0">
              <a:spcBef>
                <a:spcPts val="0"/>
              </a:spcBef>
              <a:buNone/>
              <a:defRPr sz="1600">
                <a:solidFill>
                  <a:schemeClr val="bg1"/>
                </a:solidFill>
              </a:defRPr>
            </a:lvl2pPr>
            <a:lvl3pPr marL="457200" indent="0">
              <a:spcBef>
                <a:spcPts val="0"/>
              </a:spcBef>
              <a:buNone/>
              <a:defRPr sz="1400">
                <a:solidFill>
                  <a:schemeClr val="bg1"/>
                </a:solidFill>
              </a:defRPr>
            </a:lvl3pPr>
            <a:lvl4pPr marL="685800" indent="0">
              <a:spcBef>
                <a:spcPts val="0"/>
              </a:spcBef>
              <a:buNone/>
              <a:defRPr sz="1400">
                <a:solidFill>
                  <a:schemeClr val="bg1"/>
                </a:solidFill>
              </a:defRPr>
            </a:lvl4pPr>
            <a:lvl5pPr marL="914400" indent="0">
              <a:spcBef>
                <a:spcPts val="0"/>
              </a:spcBef>
              <a:buNone/>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bg1"/>
                </a:solidFill>
              </a:defRPr>
            </a:lvl1pPr>
          </a:lstStyle>
          <a:p>
            <a:endParaRPr lang="en-US" dirty="0">
              <a:solidFill>
                <a:schemeClr val="bg1"/>
              </a:solidFill>
            </a:endParaRP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10058401" y="6400800"/>
            <a:ext cx="990599" cy="457200"/>
          </a:xfrm>
        </p:spPr>
        <p:txBody>
          <a:bodyPr/>
          <a:lstStyle>
            <a:lvl1pPr>
              <a:defRPr>
                <a:solidFill>
                  <a:schemeClr val="bg1"/>
                </a:solidFill>
              </a:defRPr>
            </a:lvl1pPr>
          </a:lstStyle>
          <a:p>
            <a:fld id="{E99C0E38-0B6C-4F02-AE7F-390E700470CD}" type="datetime1">
              <a:rPr lang="en-US" smtClean="0"/>
              <a:t>2/9/2026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bg1"/>
                </a:solidFill>
              </a:defRPr>
            </a:lvl1pPr>
          </a:lstStyle>
          <a:p>
            <a:fld id="{AEAA3239-9EA4-4A65-A281-97F994456D9F}" type="slidenum">
              <a:rPr lang="en-US" smtClean="0"/>
              <a:pPr/>
              <a:t>‹#›</a:t>
            </a:fld>
            <a:endParaRPr lang="en-US" dirty="0"/>
          </a:p>
        </p:txBody>
      </p:sp>
      <p:cxnSp>
        <p:nvCxnSpPr>
          <p:cNvPr id="3" name="Straight Connector 2">
            <a:extLst>
              <a:ext uri="{FF2B5EF4-FFF2-40B4-BE49-F238E27FC236}">
                <a16:creationId xmlns:a16="http://schemas.microsoft.com/office/drawing/2014/main" id="{2972AAFA-E5BE-EBA1-7C6C-D6C7CA13C4A9}"/>
              </a:ext>
            </a:extLst>
          </p:cNvPr>
          <p:cNvCxnSpPr>
            <a:cxnSpLocks/>
          </p:cNvCxnSpPr>
          <p:nvPr userDrawn="1"/>
        </p:nvCxnSpPr>
        <p:spPr>
          <a:xfrm>
            <a:off x="0" y="6400800"/>
            <a:ext cx="12192000" cy="0"/>
          </a:xfrm>
          <a:prstGeom prst="line">
            <a:avLst/>
          </a:prstGeom>
          <a:ln w="95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4948077"/>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43000" y="681036"/>
            <a:ext cx="9906000" cy="999861"/>
          </a:xfrm>
        </p:spPr>
        <p:txBody>
          <a:bodyPr anchor="t"/>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1142999" y="1825625"/>
            <a:ext cx="4544695" cy="4117975"/>
          </a:xfrm>
        </p:spPr>
        <p:txBody>
          <a:bodyPr/>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504305" y="1825625"/>
            <a:ext cx="4544695" cy="4117975"/>
          </a:xfrm>
        </p:spPr>
        <p:txBody>
          <a:bodyPr/>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058401" y="6400800"/>
            <a:ext cx="990599" cy="457200"/>
          </a:xfrm>
        </p:spPr>
        <p:txBody>
          <a:bodyPr/>
          <a:lstStyle/>
          <a:p>
            <a:fld id="{833FF731-0671-4E16-83B5-1527EB111BED}" type="datetime1">
              <a:rPr lang="en-US" smtClean="0"/>
              <a:t>2/9/2026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C78B40A4-AD32-3681-054F-B1104A95BB77}"/>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893502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1143000" y="685800"/>
            <a:ext cx="9906000" cy="857904"/>
          </a:xfrm>
        </p:spPr>
        <p:txBody>
          <a:bodyPr anchor="t"/>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1143000" y="1685735"/>
            <a:ext cx="4541520" cy="559834"/>
          </a:xfrm>
        </p:spPr>
        <p:txBody>
          <a:bodyPr anchor="b">
            <a:normAutofit/>
          </a:bodyPr>
          <a:lstStyle>
            <a:lvl1pPr marL="0" indent="0">
              <a:lnSpc>
                <a:spcPct val="90000"/>
              </a:lnSpc>
              <a:buNone/>
              <a:defRPr sz="1600" b="1" i="0" cap="all"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1143000" y="2387600"/>
            <a:ext cx="4541838" cy="3556000"/>
          </a:xfrm>
        </p:spPr>
        <p:txBody>
          <a:bodyPr/>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08116" y="1685735"/>
            <a:ext cx="4541520" cy="559834"/>
          </a:xfrm>
        </p:spPr>
        <p:txBody>
          <a:bodyPr anchor="b">
            <a:normAutofit/>
          </a:bodyPr>
          <a:lstStyle>
            <a:lvl1pPr marL="0" indent="0">
              <a:lnSpc>
                <a:spcPct val="90000"/>
              </a:lnSpc>
              <a:buNone/>
              <a:defRPr sz="1600" b="1" i="0" cap="all"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507162" y="2387600"/>
            <a:ext cx="4541838" cy="3556000"/>
          </a:xfrm>
        </p:spPr>
        <p:txBody>
          <a:bodyPr/>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a:off x="10058401" y="6400800"/>
            <a:ext cx="990599" cy="457200"/>
          </a:xfrm>
        </p:spPr>
        <p:txBody>
          <a:bodyPr/>
          <a:lstStyle/>
          <a:p>
            <a:fld id="{0522869C-8080-4F99-8FAC-1725E6C242DF}" type="datetime1">
              <a:rPr lang="en-US" smtClean="0"/>
              <a:t>2/9/2026</a:t>
            </a:fld>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4" name="Straight Connector 3">
            <a:extLst>
              <a:ext uri="{FF2B5EF4-FFF2-40B4-BE49-F238E27FC236}">
                <a16:creationId xmlns:a16="http://schemas.microsoft.com/office/drawing/2014/main" id="{BFE3AABC-393D-6A10-85E1-3DA5FCF6F287}"/>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469583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1143000" y="685800"/>
            <a:ext cx="9906000" cy="1124035"/>
          </a:xfrm>
        </p:spPr>
        <p:txBody>
          <a:bodyPr anchor="t"/>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a:xfrm>
            <a:off x="10058401" y="6400800"/>
            <a:ext cx="990599" cy="457200"/>
          </a:xfrm>
        </p:spPr>
        <p:txBody>
          <a:bodyPr/>
          <a:lstStyle/>
          <a:p>
            <a:fld id="{8DF9FB6F-4F0B-43F9-AF69-3B0CAC3B888F}" type="datetime1">
              <a:rPr lang="en-US" smtClean="0"/>
              <a:t>2/9/2026</a:t>
            </a:fld>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6" name="Straight Connector 5">
            <a:extLst>
              <a:ext uri="{FF2B5EF4-FFF2-40B4-BE49-F238E27FC236}">
                <a16:creationId xmlns:a16="http://schemas.microsoft.com/office/drawing/2014/main" id="{F47143C1-3BF7-2821-826F-7956E68E4ED2}"/>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3216388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a:xfrm>
            <a:off x="10058401" y="6400800"/>
            <a:ext cx="990599" cy="457200"/>
          </a:xfrm>
        </p:spPr>
        <p:txBody>
          <a:bodyPr/>
          <a:lstStyle/>
          <a:p>
            <a:fld id="{00E5B50F-7E5E-430D-954F-DEC2717D2CC8}" type="datetime1">
              <a:rPr lang="en-US" smtClean="0"/>
              <a:t>2/9/2026</a:t>
            </a:fld>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5" name="Straight Connector 4">
            <a:extLst>
              <a:ext uri="{FF2B5EF4-FFF2-40B4-BE49-F238E27FC236}">
                <a16:creationId xmlns:a16="http://schemas.microsoft.com/office/drawing/2014/main" id="{332C6766-0277-BD60-47A7-70F9C799649E}"/>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5887356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1166740" y="685801"/>
            <a:ext cx="3595634" cy="1808584"/>
          </a:xfrm>
        </p:spPr>
        <p:txBody>
          <a:bodyPr anchor="t">
            <a:normAutofit/>
          </a:bodyPr>
          <a:lstStyle>
            <a:lvl1pPr>
              <a:defRPr sz="36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1166740" y="2743200"/>
            <a:ext cx="3595634" cy="3200400"/>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7" y="685801"/>
            <a:ext cx="5943599" cy="5257799"/>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a:xfrm>
            <a:off x="10058401" y="6400800"/>
            <a:ext cx="990599" cy="457200"/>
          </a:xfrm>
        </p:spPr>
        <p:txBody>
          <a:bodyPr/>
          <a:lstStyle/>
          <a:p>
            <a:fld id="{F5570C49-D89B-4A85-81F2-2955DCD49ED2}" type="datetime1">
              <a:rPr lang="en-US" smtClean="0"/>
              <a:t>2/9/2026</a:t>
            </a:fld>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8" name="Straight Connector 7">
            <a:extLst>
              <a:ext uri="{FF2B5EF4-FFF2-40B4-BE49-F238E27FC236}">
                <a16:creationId xmlns:a16="http://schemas.microsoft.com/office/drawing/2014/main" id="{0F52DA44-7B78-2397-2B78-AD0FE8DE32E7}"/>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920370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1156692" y="685801"/>
            <a:ext cx="3595634" cy="1823162"/>
          </a:xfrm>
        </p:spPr>
        <p:txBody>
          <a:bodyPr anchor="t">
            <a:normAutofit/>
          </a:bodyPr>
          <a:lstStyle>
            <a:lvl1pPr>
              <a:defRPr sz="36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1156692" y="2743200"/>
            <a:ext cx="3595634" cy="3200400"/>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334000" y="685802"/>
            <a:ext cx="5701308" cy="5257798"/>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a:xfrm>
            <a:off x="10058401" y="6400800"/>
            <a:ext cx="990599" cy="457200"/>
          </a:xfrm>
        </p:spPr>
        <p:txBody>
          <a:bodyPr/>
          <a:lstStyle/>
          <a:p>
            <a:fld id="{E6CFD80B-F9FB-4989-A4EB-DBB19E6671FD}" type="datetime1">
              <a:rPr lang="en-US" smtClean="0"/>
              <a:t>2/9/2026</a:t>
            </a:fld>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8" name="Straight Connector 7">
            <a:extLst>
              <a:ext uri="{FF2B5EF4-FFF2-40B4-BE49-F238E27FC236}">
                <a16:creationId xmlns:a16="http://schemas.microsoft.com/office/drawing/2014/main" id="{24420CDB-B7DC-0296-6DF4-02A4E776627C}"/>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711798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143001" y="698501"/>
            <a:ext cx="9906000" cy="1018531"/>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1142999" y="1902460"/>
            <a:ext cx="9906001" cy="4041139"/>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93929" y="6400800"/>
            <a:ext cx="2155071" cy="457200"/>
          </a:xfrm>
          <a:prstGeom prst="rect">
            <a:avLst/>
          </a:prstGeom>
        </p:spPr>
        <p:txBody>
          <a:bodyPr vert="horz" lIns="91440" tIns="45720" rIns="91440" bIns="45720" rtlCol="0" anchor="ctr"/>
          <a:lstStyle>
            <a:lvl1pPr algn="r" rtl="0">
              <a:defRPr sz="1000" b="1" i="0">
                <a:solidFill>
                  <a:schemeClr val="tx1"/>
                </a:solidFill>
                <a:latin typeface="+mj-lt"/>
                <a:cs typeface="Mongolian Baiti" panose="03000500000000000000" pitchFamily="66" charset="0"/>
              </a:defRPr>
            </a:lvl1pPr>
          </a:lstStyle>
          <a:p>
            <a:fld id="{8FD589F1-8A4C-4250-9180-4AE033388C26}" type="datetime1">
              <a:rPr lang="en-US" smtClean="0"/>
              <a:t>2/9/2026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152400" y="6400800"/>
            <a:ext cx="5943599" cy="457200"/>
          </a:xfrm>
          <a:prstGeom prst="rect">
            <a:avLst/>
          </a:prstGeom>
        </p:spPr>
        <p:txBody>
          <a:bodyPr vert="horz" lIns="91440" tIns="45720" rIns="91440" bIns="45720" rtlCol="0" anchor="ctr"/>
          <a:lstStyle>
            <a:lvl1pPr algn="l" rtl="0">
              <a:defRPr sz="1000" b="1" i="0">
                <a:solidFill>
                  <a:schemeClr val="tx1"/>
                </a:solidFill>
                <a:latin typeface="+mj-lt"/>
                <a:cs typeface="Mongolian Baiti" panose="03000500000000000000" pitchFamily="66" charset="0"/>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049000" y="6400800"/>
            <a:ext cx="990599" cy="457200"/>
          </a:xfrm>
          <a:prstGeom prst="rect">
            <a:avLst/>
          </a:prstGeom>
        </p:spPr>
        <p:txBody>
          <a:bodyPr vert="horz" lIns="91440" tIns="45720" rIns="91440" bIns="45720" rtlCol="0" anchor="ctr"/>
          <a:lstStyle>
            <a:lvl1pPr algn="r" rtl="0">
              <a:defRPr sz="1000" b="1" i="0">
                <a:solidFill>
                  <a:schemeClr val="accent1"/>
                </a:solidFill>
                <a:latin typeface="+mj-lt"/>
                <a:cs typeface="Mongolian Baiti" panose="03000500000000000000" pitchFamily="66" charset="0"/>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213477017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Lst>
  <p:hf hdr="0" dt="0"/>
  <p:txStyles>
    <p:titleStyle>
      <a:lvl1pPr algn="l" defTabSz="914400" rtl="0" eaLnBrk="1" latinLnBrk="0" hangingPunct="1">
        <a:lnSpc>
          <a:spcPct val="80000"/>
        </a:lnSpc>
        <a:spcBef>
          <a:spcPct val="0"/>
        </a:spcBef>
        <a:buNone/>
        <a:defRPr sz="3600" b="0" i="0" kern="1200" spc="0" baseline="0">
          <a:solidFill>
            <a:schemeClr val="tx1"/>
          </a:solidFill>
          <a:latin typeface="+mj-lt"/>
          <a:ea typeface="+mj-ea"/>
          <a:cs typeface="Mongolian Baiti" panose="03000500000000000000" pitchFamily="66" charset="0"/>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b="0" i="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3" orient="horz" pos="2160" userDrawn="1">
          <p15:clr>
            <a:srgbClr val="F26B43"/>
          </p15:clr>
        </p15:guide>
        <p15:guide id="24" pos="3840" userDrawn="1">
          <p15:clr>
            <a:srgbClr val="F26B43"/>
          </p15:clr>
        </p15:guide>
        <p15:guide id="25" pos="7584" userDrawn="1">
          <p15:clr>
            <a:srgbClr val="F26B43"/>
          </p15:clr>
        </p15:guide>
        <p15:guide id="26" pos="96" userDrawn="1">
          <p15:clr>
            <a:srgbClr val="F26B43"/>
          </p15:clr>
        </p15:guide>
        <p15:guide id="27" pos="720" userDrawn="1">
          <p15:clr>
            <a:srgbClr val="F26B43"/>
          </p15:clr>
        </p15:guide>
        <p15:guide id="28" pos="6960" userDrawn="1">
          <p15:clr>
            <a:srgbClr val="F26B43"/>
          </p15:clr>
        </p15:guide>
        <p15:guide id="29" orient="horz" pos="4032" userDrawn="1">
          <p15:clr>
            <a:srgbClr val="F26B43"/>
          </p15:clr>
        </p15:guide>
        <p15:guide id="30" orient="horz" pos="432" userDrawn="1">
          <p15:clr>
            <a:srgbClr val="F26B43"/>
          </p15:clr>
        </p15:guide>
        <p15:guide id="31" orient="horz" pos="374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xml"/><Relationship Id="rId1" Type="http://schemas.openxmlformats.org/officeDocument/2006/relationships/slideLayout" Target="../slideLayouts/slideLayout51.xml"/><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slides/_rels/slide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51.xml"/><Relationship Id="rId4" Type="http://schemas.openxmlformats.org/officeDocument/2006/relationships/image" Target="../media/image22.svg"/></Relationships>
</file>

<file path=ppt/slides/_rels/slide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51.xml"/><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2.svg"/></Relationships>
</file>

<file path=ppt/slides/_rels/slide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51.xml"/><Relationship Id="rId4" Type="http://schemas.openxmlformats.org/officeDocument/2006/relationships/image" Target="../media/image22.svg"/></Relationships>
</file>

<file path=ppt/slides/_rels/slide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51.xml"/><Relationship Id="rId4" Type="http://schemas.openxmlformats.org/officeDocument/2006/relationships/image" Target="../media/image22.svg"/></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5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2.svg"/></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51.xml"/><Relationship Id="rId4" Type="http://schemas.openxmlformats.org/officeDocument/2006/relationships/image" Target="../media/image22.sv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5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2.sv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51.xml"/><Relationship Id="rId4" Type="http://schemas.openxmlformats.org/officeDocument/2006/relationships/image" Target="../media/image22.sv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5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22.sv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51.xml"/><Relationship Id="rId5" Type="http://schemas.openxmlformats.org/officeDocument/2006/relationships/image" Target="../media/image33.png"/><Relationship Id="rId4" Type="http://schemas.openxmlformats.org/officeDocument/2006/relationships/image" Target="../media/image22.sv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51.xml"/><Relationship Id="rId5" Type="http://schemas.openxmlformats.org/officeDocument/2006/relationships/image" Target="../media/image34.png"/><Relationship Id="rId4" Type="http://schemas.openxmlformats.org/officeDocument/2006/relationships/image" Target="../media/image22.sv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51.xml"/><Relationship Id="rId5" Type="http://schemas.openxmlformats.org/officeDocument/2006/relationships/image" Target="../media/image35.png"/><Relationship Id="rId4" Type="http://schemas.openxmlformats.org/officeDocument/2006/relationships/image" Target="../media/image22.sv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51.xml"/><Relationship Id="rId4" Type="http://schemas.openxmlformats.org/officeDocument/2006/relationships/image" Target="../media/image22.sv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51.xml"/><Relationship Id="rId4" Type="http://schemas.openxmlformats.org/officeDocument/2006/relationships/image" Target="../media/image22.sv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51.xml"/><Relationship Id="rId4" Type="http://schemas.openxmlformats.org/officeDocument/2006/relationships/image" Target="../media/image22.svg"/></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51.xml"/><Relationship Id="rId4" Type="http://schemas.openxmlformats.org/officeDocument/2006/relationships/image" Target="../media/image2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0B291D08-FD0D-46D3-AE0C-0960216714B5}"/>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8" name="Content Placeholder 7" descr="A visually striking, high-resolution image of a modern laboratory workspace featuring advanced proteomics equipment such as mass spectrometers, pipettes, and sample trays, with soft, diffused lighting and a clean, premium aesthetic. The composition should allow ample space in the center for overlay text. No visible or implied text, letters, or words should appear anywhere in the image">
            <a:extLst>
              <a:ext uri="{FF2B5EF4-FFF2-40B4-BE49-F238E27FC236}">
                <a16:creationId xmlns:a16="http://schemas.microsoft.com/office/drawing/2014/main" id="{ED779D5B-7406-4060-A860-BD09D1C725E2}"/>
              </a:ext>
            </a:extLst>
          </p:cNvPr>
          <p:cNvPicPr>
            <a:picLocks noGrp="1" noChangeAspect="1"/>
          </p:cNvPicPr>
          <p:nvPr>
            <p:ph sz="quarter" idx="16"/>
          </p:nvPr>
        </p:nvPicPr>
        <p:blipFill>
          <a:blip r:embed="rId5">
            <a:extLst>
              <a:ext uri="{96DAC541-7B7A-43D3-8B79-37D633B846F1}">
                <asvg:svgBlip xmlns:asvg="http://schemas.microsoft.com/office/drawing/2016/SVG/main" r:embed="rId6"/>
              </a:ext>
            </a:extLst>
          </a:blip>
          <a:stretch>
            <a:fillRect/>
          </a:stretch>
        </p:blipFill>
        <p:spPr>
          <a:xfrm>
            <a:off x="6096000" y="0"/>
            <a:ext cx="6096000" cy="6858000"/>
          </a:xfrm>
          <a:prstGeom prst="rect">
            <a:avLst/>
          </a:prstGeom>
        </p:spPr>
      </p:pic>
      <p:sp>
        <p:nvSpPr>
          <p:cNvPr id="6" name="Slide Number Placeholder 5">
            <a:extLst>
              <a:ext uri="{FF2B5EF4-FFF2-40B4-BE49-F238E27FC236}">
                <a16:creationId xmlns:a16="http://schemas.microsoft.com/office/drawing/2014/main" id="{DD98FB12-9202-997A-E2E0-6BA8812F425E}"/>
              </a:ext>
            </a:extLst>
          </p:cNvPr>
          <p:cNvSpPr>
            <a:spLocks noGrp="1"/>
          </p:cNvSpPr>
          <p:nvPr>
            <p:ph type="sldNum" sz="quarter" idx="12"/>
          </p:nvPr>
        </p:nvSpPr>
        <p:spPr/>
        <p:txBody>
          <a:bodyPr/>
          <a:lstStyle/>
          <a:p>
            <a:fld id="{AEAA3239-9EA4-4A65-A281-97F994456D9F}" type="slidenum">
              <a:rPr lang="en-US" smtClean="0"/>
              <a:t>1</a:t>
            </a:fld>
            <a:endParaRPr lang="en-US" dirty="0"/>
          </a:p>
        </p:txBody>
      </p:sp>
      <p:sp>
        <p:nvSpPr>
          <p:cNvPr id="9" name="TextBox 8">
            <a:extLst>
              <a:ext uri="{FF2B5EF4-FFF2-40B4-BE49-F238E27FC236}">
                <a16:creationId xmlns:a16="http://schemas.microsoft.com/office/drawing/2014/main" id="{2CA30889-5EE9-4FEF-9E91-FD75ED143EFE}"/>
              </a:ext>
            </a:extLst>
          </p:cNvPr>
          <p:cNvSpPr txBox="1"/>
          <p:nvPr/>
        </p:nvSpPr>
        <p:spPr>
          <a:xfrm>
            <a:off x="289715" y="643577"/>
            <a:ext cx="5741918" cy="4022824"/>
          </a:xfrm>
          <a:prstGeom prst="rect">
            <a:avLst/>
          </a:prstGeom>
          <a:noFill/>
        </p:spPr>
        <p:txBody>
          <a:bodyPr wrap="square" rtlCol="0">
            <a:normAutofit/>
          </a:bodyPr>
          <a:lstStyle/>
          <a:p>
            <a:pPr marL="0" algn="l">
              <a:buNone/>
            </a:pPr>
            <a:r>
              <a:rPr sz="4800" b="0" dirty="0">
                <a:solidFill>
                  <a:srgbClr val="000000"/>
                </a:solidFill>
                <a:effectLst/>
                <a:latin typeface="Avenir"/>
              </a:rPr>
              <a:t>Proteomic Analysis </a:t>
            </a:r>
            <a:r>
              <a:rPr lang="en-GB" sz="4800" b="0" dirty="0">
                <a:solidFill>
                  <a:srgbClr val="000000"/>
                </a:solidFill>
                <a:effectLst/>
                <a:latin typeface="Avenir"/>
              </a:rPr>
              <a:t>Overview and </a:t>
            </a:r>
            <a:r>
              <a:rPr sz="4800" b="0" dirty="0">
                <a:solidFill>
                  <a:srgbClr val="000000"/>
                </a:solidFill>
                <a:effectLst/>
                <a:latin typeface="Avenir"/>
              </a:rPr>
              <a:t>Results</a:t>
            </a:r>
            <a:endParaRPr lang="en-GB" dirty="0">
              <a:latin typeface="Avenir"/>
            </a:endParaRPr>
          </a:p>
        </p:txBody>
      </p:sp>
      <p:sp>
        <p:nvSpPr>
          <p:cNvPr id="10" name="TextBox 9">
            <a:extLst>
              <a:ext uri="{FF2B5EF4-FFF2-40B4-BE49-F238E27FC236}">
                <a16:creationId xmlns:a16="http://schemas.microsoft.com/office/drawing/2014/main" id="{EF47318B-D06D-44F2-B5FC-A57D39741DF4}"/>
              </a:ext>
            </a:extLst>
          </p:cNvPr>
          <p:cNvSpPr txBox="1"/>
          <p:nvPr/>
        </p:nvSpPr>
        <p:spPr>
          <a:xfrm>
            <a:off x="357868" y="2357928"/>
            <a:ext cx="4391025" cy="594121"/>
          </a:xfrm>
          <a:prstGeom prst="rect">
            <a:avLst/>
          </a:prstGeom>
          <a:noFill/>
        </p:spPr>
        <p:txBody>
          <a:bodyPr wrap="square" rtlCol="0">
            <a:normAutofit/>
          </a:bodyPr>
          <a:lstStyle/>
          <a:p>
            <a:pPr marL="0" algn="l">
              <a:buNone/>
            </a:pPr>
            <a:r>
              <a:rPr lang="en-GB" sz="1800" b="0" dirty="0">
                <a:solidFill>
                  <a:srgbClr val="DDA152"/>
                </a:solidFill>
                <a:effectLst/>
                <a:latin typeface="Avenir"/>
              </a:rPr>
              <a:t>9/2/25</a:t>
            </a:r>
            <a:endParaRPr lang="en-GB" dirty="0"/>
          </a:p>
        </p:txBody>
      </p:sp>
    </p:spTree>
    <p:extLst>
      <p:ext uri="{BB962C8B-B14F-4D97-AF65-F5344CB8AC3E}">
        <p14:creationId xmlns:p14="http://schemas.microsoft.com/office/powerpoint/2010/main" val="29924149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2AF89E4A-5419-432D-8A45-D319A9F2E54C}"/>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456AB680-40E9-DA60-E28A-64028C5F4F18}"/>
              </a:ext>
            </a:extLst>
          </p:cNvPr>
          <p:cNvSpPr>
            <a:spLocks noGrp="1"/>
          </p:cNvSpPr>
          <p:nvPr>
            <p:ph sz="quarter" idx="16"/>
          </p:nvPr>
        </p:nvSpPr>
        <p:spPr>
          <a:xfrm>
            <a:off x="619125" y="619125"/>
            <a:ext cx="3026419" cy="781942"/>
          </a:xfrm>
        </p:spPr>
        <p:txBody>
          <a:bodyPr>
            <a:normAutofit/>
          </a:bodyPr>
          <a:lstStyle/>
          <a:p>
            <a:pPr marL="0" marR="0" indent="0" algn="l">
              <a:buNone/>
            </a:pPr>
            <a:r>
              <a:rPr lang="en-GB" sz="3600" dirty="0">
                <a:solidFill>
                  <a:srgbClr val="FFC000"/>
                </a:solidFill>
                <a:effectLst/>
                <a:latin typeface="Avenir"/>
              </a:rPr>
              <a:t>Pre-Processing</a:t>
            </a:r>
            <a:endParaRPr lang="en-GB" sz="1200" dirty="0">
              <a:solidFill>
                <a:srgbClr val="FFC000"/>
              </a:solidFill>
              <a:latin typeface="Avenir"/>
            </a:endParaRPr>
          </a:p>
        </p:txBody>
      </p:sp>
      <p:sp>
        <p:nvSpPr>
          <p:cNvPr id="6" name="Slide Number Placeholder 5">
            <a:extLst>
              <a:ext uri="{FF2B5EF4-FFF2-40B4-BE49-F238E27FC236}">
                <a16:creationId xmlns:a16="http://schemas.microsoft.com/office/drawing/2014/main" id="{649EEE04-2225-A419-3875-59E94F317A5A}"/>
              </a:ext>
            </a:extLst>
          </p:cNvPr>
          <p:cNvSpPr>
            <a:spLocks noGrp="1"/>
          </p:cNvSpPr>
          <p:nvPr>
            <p:ph type="sldNum" sz="quarter" idx="12"/>
          </p:nvPr>
        </p:nvSpPr>
        <p:spPr/>
        <p:txBody>
          <a:bodyPr/>
          <a:lstStyle/>
          <a:p>
            <a:fld id="{AEAA3239-9EA4-4A65-A281-97F994456D9F}" type="slidenum">
              <a:rPr lang="en-US" smtClean="0"/>
              <a:t>2</a:t>
            </a:fld>
            <a:endParaRPr lang="en-US" dirty="0"/>
          </a:p>
        </p:txBody>
      </p:sp>
      <p:sp>
        <p:nvSpPr>
          <p:cNvPr id="9" name="TextBox 8">
            <a:extLst>
              <a:ext uri="{FF2B5EF4-FFF2-40B4-BE49-F238E27FC236}">
                <a16:creationId xmlns:a16="http://schemas.microsoft.com/office/drawing/2014/main" id="{1C7C0A0E-10B7-4B4B-B008-179CBC6AE1BB}"/>
              </a:ext>
            </a:extLst>
          </p:cNvPr>
          <p:cNvSpPr txBox="1"/>
          <p:nvPr/>
        </p:nvSpPr>
        <p:spPr>
          <a:xfrm>
            <a:off x="619125" y="1606283"/>
            <a:ext cx="7165181" cy="4511296"/>
          </a:xfrm>
          <a:prstGeom prst="rect">
            <a:avLst/>
          </a:prstGeom>
          <a:noFill/>
        </p:spPr>
        <p:txBody>
          <a:bodyPr wrap="square" rtlCol="0">
            <a:normAutofit/>
          </a:bodyPr>
          <a:lstStyle/>
          <a:p>
            <a:pPr marL="285750" marR="0" indent="-285750" algn="l">
              <a:buFont typeface="Arial" panose="020B0604020202020204" pitchFamily="34" charset="0"/>
              <a:buChar char="•"/>
            </a:pPr>
            <a:r>
              <a:rPr lang="en-GB" sz="2400" b="1" dirty="0">
                <a:solidFill>
                  <a:srgbClr val="000000"/>
                </a:solidFill>
                <a:effectLst/>
                <a:latin typeface="Avenir"/>
              </a:rPr>
              <a:t>Initial normalisation</a:t>
            </a:r>
          </a:p>
          <a:p>
            <a:pPr marL="285750" marR="0" indent="-285750" algn="l">
              <a:buFont typeface="Arial" panose="020B0604020202020204" pitchFamily="34" charset="0"/>
              <a:buChar char="•"/>
            </a:pPr>
            <a:endParaRPr lang="en-GB" sz="2400" b="1" dirty="0">
              <a:solidFill>
                <a:srgbClr val="000000"/>
              </a:solidFill>
              <a:effectLst/>
              <a:latin typeface="Avenir"/>
            </a:endParaRPr>
          </a:p>
          <a:p>
            <a:pPr marL="285750" marR="0" indent="-285750" algn="l">
              <a:buFont typeface="Arial" panose="020B0604020202020204" pitchFamily="34" charset="0"/>
              <a:buChar char="•"/>
            </a:pPr>
            <a:r>
              <a:rPr lang="en-GB" sz="2400" b="1" dirty="0">
                <a:solidFill>
                  <a:srgbClr val="000000"/>
                </a:solidFill>
                <a:latin typeface="Avenir"/>
              </a:rPr>
              <a:t>Marie’s clean-up script</a:t>
            </a:r>
          </a:p>
          <a:p>
            <a:pPr marL="742950" lvl="1" indent="-285750">
              <a:buFont typeface="Arial" panose="020B0604020202020204" pitchFamily="34" charset="0"/>
              <a:buChar char="•"/>
            </a:pPr>
            <a:r>
              <a:rPr lang="en-GB" sz="2400" dirty="0">
                <a:solidFill>
                  <a:srgbClr val="000000"/>
                </a:solidFill>
                <a:latin typeface="Avenir"/>
              </a:rPr>
              <a:t>Missing data handling</a:t>
            </a:r>
          </a:p>
          <a:p>
            <a:pPr marL="742950" lvl="1" indent="-285750">
              <a:buFont typeface="Arial" panose="020B0604020202020204" pitchFamily="34" charset="0"/>
              <a:buChar char="•"/>
            </a:pPr>
            <a:r>
              <a:rPr lang="en-GB" sz="2400" dirty="0">
                <a:solidFill>
                  <a:srgbClr val="000000"/>
                </a:solidFill>
                <a:latin typeface="Avenir"/>
              </a:rPr>
              <a:t>Outlier removal</a:t>
            </a:r>
          </a:p>
          <a:p>
            <a:pPr marL="742950" lvl="1" indent="-285750">
              <a:buFont typeface="Arial" panose="020B0604020202020204" pitchFamily="34" charset="0"/>
              <a:buChar char="•"/>
            </a:pPr>
            <a:r>
              <a:rPr lang="en-GB" sz="2400" dirty="0">
                <a:solidFill>
                  <a:srgbClr val="000000"/>
                </a:solidFill>
                <a:latin typeface="Avenir"/>
              </a:rPr>
              <a:t>Log2 transformation</a:t>
            </a:r>
          </a:p>
          <a:p>
            <a:pPr marL="742950" lvl="1" indent="-285750">
              <a:buFont typeface="Arial" panose="020B0604020202020204" pitchFamily="34" charset="0"/>
              <a:buChar char="•"/>
            </a:pPr>
            <a:endParaRPr lang="en-GB" sz="2400" dirty="0">
              <a:solidFill>
                <a:srgbClr val="000000"/>
              </a:solidFill>
              <a:latin typeface="Avenir"/>
            </a:endParaRPr>
          </a:p>
          <a:p>
            <a:pPr marL="285750" indent="-285750">
              <a:buFont typeface="Arial" panose="020B0604020202020204" pitchFamily="34" charset="0"/>
              <a:buChar char="•"/>
            </a:pPr>
            <a:r>
              <a:rPr lang="en-GB" sz="2400" b="1" dirty="0">
                <a:solidFill>
                  <a:srgbClr val="000000"/>
                </a:solidFill>
                <a:latin typeface="Avenir"/>
              </a:rPr>
              <a:t>Imputation (downshifted)</a:t>
            </a:r>
          </a:p>
          <a:p>
            <a:pPr marL="742950" lvl="1" indent="-285750">
              <a:buFont typeface="Arial" panose="020B0604020202020204" pitchFamily="34" charset="0"/>
              <a:buChar char="•"/>
            </a:pPr>
            <a:r>
              <a:rPr lang="en-GB" sz="2400" dirty="0">
                <a:solidFill>
                  <a:srgbClr val="000000"/>
                </a:solidFill>
                <a:latin typeface="Avenir"/>
              </a:rPr>
              <a:t>Takes the observed distribution</a:t>
            </a:r>
          </a:p>
          <a:p>
            <a:pPr marL="742950" lvl="1" indent="-285750">
              <a:buFont typeface="Arial" panose="020B0604020202020204" pitchFamily="34" charset="0"/>
              <a:buChar char="•"/>
            </a:pPr>
            <a:r>
              <a:rPr lang="en-GB" sz="2400" dirty="0">
                <a:solidFill>
                  <a:srgbClr val="000000"/>
                </a:solidFill>
                <a:latin typeface="Avenir"/>
              </a:rPr>
              <a:t>Shifts downwards and adds random noise</a:t>
            </a:r>
          </a:p>
          <a:p>
            <a:pPr marL="742950" lvl="1" indent="-285750">
              <a:buFont typeface="Arial" panose="020B0604020202020204" pitchFamily="34" charset="0"/>
              <a:buChar char="•"/>
            </a:pPr>
            <a:r>
              <a:rPr lang="en-GB" sz="2400" dirty="0">
                <a:solidFill>
                  <a:srgbClr val="000000"/>
                </a:solidFill>
                <a:latin typeface="Avenir"/>
              </a:rPr>
              <a:t>Assumes missing-not-at-random (due to low abundance)</a:t>
            </a:r>
          </a:p>
          <a:p>
            <a:pPr marL="742950" lvl="1" indent="-285750">
              <a:buFont typeface="Arial" panose="020B0604020202020204" pitchFamily="34" charset="0"/>
              <a:buChar char="•"/>
            </a:pPr>
            <a:endParaRPr lang="en-GB" sz="2400" dirty="0">
              <a:solidFill>
                <a:srgbClr val="000000"/>
              </a:solidFill>
              <a:effectLst/>
              <a:latin typeface="Avenir"/>
            </a:endParaRPr>
          </a:p>
          <a:p>
            <a:pPr marL="285750" marR="0" indent="-285750" algn="l">
              <a:buFont typeface="Arial" panose="020B0604020202020204" pitchFamily="34" charset="0"/>
              <a:buChar char="•"/>
            </a:pPr>
            <a:endParaRPr lang="en-GB" sz="2000" b="0" dirty="0">
              <a:solidFill>
                <a:srgbClr val="000000"/>
              </a:solidFill>
              <a:effectLst/>
              <a:latin typeface="Avenir"/>
            </a:endParaRPr>
          </a:p>
        </p:txBody>
      </p:sp>
    </p:spTree>
    <p:extLst>
      <p:ext uri="{BB962C8B-B14F-4D97-AF65-F5344CB8AC3E}">
        <p14:creationId xmlns:p14="http://schemas.microsoft.com/office/powerpoint/2010/main" val="26434119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B4A7BB9B-901E-46A0-BBE5-19814DBFEB91}"/>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8" name="Content Placeholder 7">
            <a:extLst>
              <a:ext uri="{FF2B5EF4-FFF2-40B4-BE49-F238E27FC236}">
                <a16:creationId xmlns:a16="http://schemas.microsoft.com/office/drawing/2014/main" id="{BA56135F-AC46-493B-8108-CDA0B34E63FB}"/>
              </a:ext>
            </a:extLst>
          </p:cNvPr>
          <p:cNvPicPr>
            <a:picLocks noGrp="1" noChangeAspect="1"/>
          </p:cNvPicPr>
          <p:nvPr>
            <p:ph sz="quarter" idx="16"/>
          </p:nvPr>
        </p:nvPicPr>
        <p:blipFill>
          <a:blip r:embed="rId5">
            <a:extLst>
              <a:ext uri="{96DAC541-7B7A-43D3-8B79-37D633B846F1}">
                <asvg:svgBlip xmlns:asvg="http://schemas.microsoft.com/office/drawing/2016/SVG/main" r:embed="rId6"/>
              </a:ext>
            </a:extLst>
          </a:blip>
          <a:stretch>
            <a:fillRect/>
          </a:stretch>
        </p:blipFill>
        <p:spPr>
          <a:xfrm>
            <a:off x="781050" y="2272010"/>
            <a:ext cx="857250" cy="857250"/>
          </a:xfrm>
          <a:prstGeom prst="rect">
            <a:avLst/>
          </a:prstGeom>
        </p:spPr>
      </p:pic>
      <p:sp>
        <p:nvSpPr>
          <p:cNvPr id="6" name="Slide Number Placeholder 5">
            <a:extLst>
              <a:ext uri="{FF2B5EF4-FFF2-40B4-BE49-F238E27FC236}">
                <a16:creationId xmlns:a16="http://schemas.microsoft.com/office/drawing/2014/main" id="{38F82324-80EA-7CD1-60CC-6CA723505185}"/>
              </a:ext>
            </a:extLst>
          </p:cNvPr>
          <p:cNvSpPr>
            <a:spLocks noGrp="1"/>
          </p:cNvSpPr>
          <p:nvPr>
            <p:ph type="sldNum" sz="quarter" idx="12"/>
          </p:nvPr>
        </p:nvSpPr>
        <p:spPr/>
        <p:txBody>
          <a:bodyPr/>
          <a:lstStyle/>
          <a:p>
            <a:fld id="{AEAA3239-9EA4-4A65-A281-97F994456D9F}" type="slidenum">
              <a:rPr lang="en-US" smtClean="0"/>
              <a:t>3</a:t>
            </a:fld>
            <a:endParaRPr lang="en-US" dirty="0"/>
          </a:p>
        </p:txBody>
      </p:sp>
      <p:pic>
        <p:nvPicPr>
          <p:cNvPr id="9" name="Graphic 8">
            <a:extLst>
              <a:ext uri="{FF2B5EF4-FFF2-40B4-BE49-F238E27FC236}">
                <a16:creationId xmlns:a16="http://schemas.microsoft.com/office/drawing/2014/main" id="{02065D72-E88F-4141-9D87-D6C135B40D2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72225" y="2272010"/>
            <a:ext cx="857250" cy="857250"/>
          </a:xfrm>
          <a:prstGeom prst="rect">
            <a:avLst/>
          </a:prstGeom>
        </p:spPr>
      </p:pic>
      <p:pic>
        <p:nvPicPr>
          <p:cNvPr id="10" name="Graphic 9">
            <a:extLst>
              <a:ext uri="{FF2B5EF4-FFF2-40B4-BE49-F238E27FC236}">
                <a16:creationId xmlns:a16="http://schemas.microsoft.com/office/drawing/2014/main" id="{4A621F31-A7C9-4597-A9DB-75AFEC0006B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81050" y="4707880"/>
            <a:ext cx="857250" cy="857250"/>
          </a:xfrm>
          <a:prstGeom prst="rect">
            <a:avLst/>
          </a:prstGeom>
        </p:spPr>
      </p:pic>
      <p:sp>
        <p:nvSpPr>
          <p:cNvPr id="12" name="TextBox 11">
            <a:extLst>
              <a:ext uri="{FF2B5EF4-FFF2-40B4-BE49-F238E27FC236}">
                <a16:creationId xmlns:a16="http://schemas.microsoft.com/office/drawing/2014/main" id="{34194A00-03B8-48B3-92A6-A279E43E2F77}"/>
              </a:ext>
            </a:extLst>
          </p:cNvPr>
          <p:cNvSpPr txBox="1"/>
          <p:nvPr/>
        </p:nvSpPr>
        <p:spPr>
          <a:xfrm>
            <a:off x="585787" y="693390"/>
            <a:ext cx="11572875" cy="1111895"/>
          </a:xfrm>
          <a:prstGeom prst="rect">
            <a:avLst/>
          </a:prstGeom>
          <a:noFill/>
        </p:spPr>
        <p:txBody>
          <a:bodyPr wrap="square" rtlCol="0">
            <a:normAutofit/>
          </a:bodyPr>
          <a:lstStyle/>
          <a:p>
            <a:pPr marL="0" algn="l">
              <a:buNone/>
            </a:pPr>
            <a:r>
              <a:rPr lang="en-GB" sz="3600" b="0" dirty="0">
                <a:solidFill>
                  <a:srgbClr val="FFC000"/>
                </a:solidFill>
                <a:effectLst/>
                <a:latin typeface="Avenir"/>
              </a:rPr>
              <a:t>Analyses</a:t>
            </a:r>
            <a:endParaRPr lang="en-GB" sz="1600" dirty="0">
              <a:solidFill>
                <a:srgbClr val="FFC000"/>
              </a:solidFill>
              <a:latin typeface="Avenir"/>
            </a:endParaRPr>
          </a:p>
        </p:txBody>
      </p:sp>
      <p:sp>
        <p:nvSpPr>
          <p:cNvPr id="13" name="TextBox 12">
            <a:extLst>
              <a:ext uri="{FF2B5EF4-FFF2-40B4-BE49-F238E27FC236}">
                <a16:creationId xmlns:a16="http://schemas.microsoft.com/office/drawing/2014/main" id="{E85D596C-B6BC-40EA-8C1A-E6AD9C18ACC6}"/>
              </a:ext>
            </a:extLst>
          </p:cNvPr>
          <p:cNvSpPr txBox="1"/>
          <p:nvPr/>
        </p:nvSpPr>
        <p:spPr>
          <a:xfrm>
            <a:off x="1866899" y="2357734"/>
            <a:ext cx="4505325" cy="2246016"/>
          </a:xfrm>
          <a:prstGeom prst="rect">
            <a:avLst/>
          </a:prstGeom>
          <a:noFill/>
        </p:spPr>
        <p:txBody>
          <a:bodyPr wrap="square" rtlCol="0">
            <a:normAutofit fontScale="70000" lnSpcReduction="20000"/>
          </a:bodyPr>
          <a:lstStyle/>
          <a:p>
            <a:pPr marL="0" algn="l">
              <a:buNone/>
            </a:pPr>
            <a:r>
              <a:rPr lang="en-GB" sz="2600" b="1" dirty="0">
                <a:solidFill>
                  <a:srgbClr val="000000"/>
                </a:solidFill>
                <a:effectLst/>
                <a:latin typeface="Avenir"/>
              </a:rPr>
              <a:t>PCA</a:t>
            </a:r>
            <a:r>
              <a:rPr sz="2600" b="1" dirty="0">
                <a:effectLst/>
                <a:latin typeface="Avenir"/>
              </a:rPr>
              <a:t> </a:t>
            </a:r>
            <a:r>
              <a:rPr lang="en-GB" sz="2600" b="1" dirty="0">
                <a:effectLst/>
                <a:latin typeface="Avenir"/>
              </a:rPr>
              <a:t>and MANOVA</a:t>
            </a:r>
            <a:endParaRPr sz="2600" b="1" dirty="0">
              <a:effectLst/>
              <a:latin typeface="Avenir"/>
            </a:endParaRPr>
          </a:p>
          <a:p>
            <a:pPr marL="285750" indent="-285750" algn="l">
              <a:spcBef>
                <a:spcPts val="900"/>
              </a:spcBef>
              <a:buFont typeface="Arial" panose="020B0604020202020204" pitchFamily="34" charset="0"/>
              <a:buChar char="•"/>
            </a:pPr>
            <a:r>
              <a:rPr lang="en-GB" sz="2000" dirty="0">
                <a:solidFill>
                  <a:srgbClr val="000000"/>
                </a:solidFill>
                <a:latin typeface="Avenir"/>
              </a:rPr>
              <a:t>Creates linear combinations of original variables to maximise variance</a:t>
            </a:r>
          </a:p>
          <a:p>
            <a:pPr marL="285750" indent="-285750" algn="l">
              <a:spcBef>
                <a:spcPts val="900"/>
              </a:spcBef>
              <a:buFont typeface="Arial" panose="020B0604020202020204" pitchFamily="34" charset="0"/>
              <a:buChar char="•"/>
            </a:pPr>
            <a:r>
              <a:rPr lang="en-GB" sz="2000" dirty="0">
                <a:latin typeface="Avenir"/>
              </a:rPr>
              <a:t>Identifies if there’s a significant difference in mean between groups/conditions that isn't accounted for by variance</a:t>
            </a:r>
          </a:p>
          <a:p>
            <a:pPr marL="285750" indent="-285750" algn="l">
              <a:spcBef>
                <a:spcPts val="900"/>
              </a:spcBef>
              <a:buFont typeface="Arial" panose="020B0604020202020204" pitchFamily="34" charset="0"/>
              <a:buChar char="•"/>
            </a:pPr>
            <a:r>
              <a:rPr lang="en-GB" sz="2000" dirty="0">
                <a:latin typeface="Avenir"/>
              </a:rPr>
              <a:t>Is there a batch effect?</a:t>
            </a:r>
          </a:p>
          <a:p>
            <a:pPr marL="285750" indent="-285750" algn="l">
              <a:spcBef>
                <a:spcPts val="900"/>
              </a:spcBef>
              <a:buFont typeface="Arial" panose="020B0604020202020204" pitchFamily="34" charset="0"/>
              <a:buChar char="•"/>
            </a:pPr>
            <a:r>
              <a:rPr lang="en-GB" sz="2000" dirty="0">
                <a:latin typeface="Avenir"/>
              </a:rPr>
              <a:t>Are there likely to be significant results along the axes we’re looking at?</a:t>
            </a:r>
          </a:p>
        </p:txBody>
      </p:sp>
      <p:sp>
        <p:nvSpPr>
          <p:cNvPr id="14" name="TextBox 13">
            <a:extLst>
              <a:ext uri="{FF2B5EF4-FFF2-40B4-BE49-F238E27FC236}">
                <a16:creationId xmlns:a16="http://schemas.microsoft.com/office/drawing/2014/main" id="{8005BF60-A52C-4FF3-AE37-988ADE3D3BA1}"/>
              </a:ext>
            </a:extLst>
          </p:cNvPr>
          <p:cNvSpPr txBox="1"/>
          <p:nvPr/>
        </p:nvSpPr>
        <p:spPr>
          <a:xfrm>
            <a:off x="7458074" y="2357735"/>
            <a:ext cx="4733925" cy="2120747"/>
          </a:xfrm>
          <a:prstGeom prst="rect">
            <a:avLst/>
          </a:prstGeom>
          <a:noFill/>
        </p:spPr>
        <p:txBody>
          <a:bodyPr wrap="square" rtlCol="0">
            <a:normAutofit lnSpcReduction="10000"/>
          </a:bodyPr>
          <a:lstStyle/>
          <a:p>
            <a:pPr marL="0" algn="l">
              <a:buNone/>
            </a:pPr>
            <a:r>
              <a:rPr lang="en-GB" b="1" dirty="0">
                <a:solidFill>
                  <a:srgbClr val="000000"/>
                </a:solidFill>
                <a:effectLst/>
                <a:latin typeface="Avenir"/>
              </a:rPr>
              <a:t>Limma</a:t>
            </a:r>
            <a:r>
              <a:rPr dirty="0">
                <a:effectLst/>
              </a:rPr>
              <a:t> </a:t>
            </a:r>
          </a:p>
          <a:p>
            <a:pPr marL="285750" indent="-285750" algn="l">
              <a:spcBef>
                <a:spcPts val="900"/>
              </a:spcBef>
              <a:buFont typeface="Arial" panose="020B0604020202020204" pitchFamily="34" charset="0"/>
              <a:buChar char="•"/>
            </a:pPr>
            <a:r>
              <a:rPr lang="en-GB" sz="1400" b="0" dirty="0">
                <a:solidFill>
                  <a:srgbClr val="000000"/>
                </a:solidFill>
                <a:effectLst/>
                <a:latin typeface="Avenir"/>
              </a:rPr>
              <a:t>Effectively an adjusted ANOVA with empirical Bayes moderation</a:t>
            </a:r>
          </a:p>
          <a:p>
            <a:pPr marL="285750" indent="-285750">
              <a:spcBef>
                <a:spcPts val="900"/>
              </a:spcBef>
              <a:buFont typeface="Arial" panose="020B0604020202020204" pitchFamily="34" charset="0"/>
              <a:buChar char="•"/>
            </a:pPr>
            <a:r>
              <a:rPr lang="en-GB" sz="1400" dirty="0">
                <a:latin typeface="Avenir"/>
              </a:rPr>
              <a:t>Identifies if there’s a significant difference in mean between groups/conditions that isn't accounted for by variance</a:t>
            </a:r>
          </a:p>
          <a:p>
            <a:pPr marL="285750" indent="-285750">
              <a:spcBef>
                <a:spcPts val="900"/>
              </a:spcBef>
              <a:buFont typeface="Arial" panose="020B0604020202020204" pitchFamily="34" charset="0"/>
              <a:buChar char="•"/>
            </a:pPr>
            <a:r>
              <a:rPr lang="en-GB" sz="1400" dirty="0">
                <a:latin typeface="Avenir"/>
              </a:rPr>
              <a:t>Which proteins are significantly different in each comparison?</a:t>
            </a:r>
          </a:p>
          <a:p>
            <a:pPr marL="285750" indent="-285750" algn="l">
              <a:spcBef>
                <a:spcPts val="900"/>
              </a:spcBef>
              <a:buFont typeface="Arial" panose="020B0604020202020204" pitchFamily="34" charset="0"/>
              <a:buChar char="•"/>
            </a:pPr>
            <a:endParaRPr lang="en-GB" sz="1425" b="0" dirty="0">
              <a:solidFill>
                <a:srgbClr val="000000"/>
              </a:solidFill>
              <a:effectLst/>
              <a:latin typeface="Avenir"/>
            </a:endParaRPr>
          </a:p>
          <a:p>
            <a:pPr marL="285750" indent="-285750" algn="l">
              <a:spcBef>
                <a:spcPts val="900"/>
              </a:spcBef>
              <a:buFont typeface="Arial" panose="020B0604020202020204" pitchFamily="34" charset="0"/>
              <a:buChar char="•"/>
            </a:pPr>
            <a:endParaRPr lang="en-GB" dirty="0"/>
          </a:p>
        </p:txBody>
      </p:sp>
      <p:sp>
        <p:nvSpPr>
          <p:cNvPr id="15" name="TextBox 14">
            <a:extLst>
              <a:ext uri="{FF2B5EF4-FFF2-40B4-BE49-F238E27FC236}">
                <a16:creationId xmlns:a16="http://schemas.microsoft.com/office/drawing/2014/main" id="{D9C87C1A-A8F9-4379-A444-AA0D457E04D9}"/>
              </a:ext>
            </a:extLst>
          </p:cNvPr>
          <p:cNvSpPr txBox="1"/>
          <p:nvPr/>
        </p:nvSpPr>
        <p:spPr>
          <a:xfrm>
            <a:off x="1866900" y="4793604"/>
            <a:ext cx="3810000" cy="1867545"/>
          </a:xfrm>
          <a:prstGeom prst="rect">
            <a:avLst/>
          </a:prstGeom>
          <a:noFill/>
        </p:spPr>
        <p:txBody>
          <a:bodyPr wrap="square" rtlCol="0">
            <a:normAutofit fontScale="92500" lnSpcReduction="20000"/>
          </a:bodyPr>
          <a:lstStyle/>
          <a:p>
            <a:pPr marL="0" algn="l">
              <a:buNone/>
            </a:pPr>
            <a:r>
              <a:rPr lang="en-US" sz="1900" b="1" dirty="0">
                <a:solidFill>
                  <a:srgbClr val="000000"/>
                </a:solidFill>
                <a:effectLst/>
                <a:latin typeface="Avenir"/>
              </a:rPr>
              <a:t>Logistic</a:t>
            </a:r>
            <a:r>
              <a:rPr lang="en-US" sz="1900" dirty="0">
                <a:effectLst/>
                <a:latin typeface="Avenir"/>
              </a:rPr>
              <a:t> </a:t>
            </a:r>
            <a:r>
              <a:rPr lang="en-US" sz="1900" b="1" dirty="0">
                <a:effectLst/>
                <a:latin typeface="Avenir"/>
              </a:rPr>
              <a:t>Regression</a:t>
            </a:r>
          </a:p>
          <a:p>
            <a:pPr marL="285750" indent="-285750" algn="l">
              <a:spcBef>
                <a:spcPts val="900"/>
              </a:spcBef>
              <a:buFont typeface="Arial" panose="020B0604020202020204" pitchFamily="34" charset="0"/>
              <a:buChar char="•"/>
            </a:pPr>
            <a:r>
              <a:rPr lang="en-US" sz="1500" b="0" dirty="0">
                <a:solidFill>
                  <a:srgbClr val="000000"/>
                </a:solidFill>
                <a:effectLst/>
                <a:latin typeface="Avenir"/>
              </a:rPr>
              <a:t>Creates an equation to predict which group a sample belongs to</a:t>
            </a:r>
          </a:p>
          <a:p>
            <a:pPr marL="285750" indent="-285750" algn="l">
              <a:spcBef>
                <a:spcPts val="900"/>
              </a:spcBef>
              <a:buFont typeface="Arial" panose="020B0604020202020204" pitchFamily="34" charset="0"/>
              <a:buChar char="•"/>
            </a:pPr>
            <a:r>
              <a:rPr lang="en-US" sz="1500" dirty="0">
                <a:solidFill>
                  <a:srgbClr val="000000"/>
                </a:solidFill>
                <a:latin typeface="Avenir"/>
              </a:rPr>
              <a:t>Every protein is a variable, and its coefficient is learned from provided data (bigger coefficient = more significant indicator)</a:t>
            </a:r>
          </a:p>
          <a:p>
            <a:pPr marL="285750" indent="-285750" algn="l">
              <a:spcBef>
                <a:spcPts val="900"/>
              </a:spcBef>
              <a:buFont typeface="Arial" panose="020B0604020202020204" pitchFamily="34" charset="0"/>
              <a:buChar char="•"/>
            </a:pPr>
            <a:r>
              <a:rPr lang="en-US" sz="1500" dirty="0">
                <a:solidFill>
                  <a:srgbClr val="000000"/>
                </a:solidFill>
                <a:latin typeface="Avenir"/>
              </a:rPr>
              <a:t>Which proteins are more significant in each comparison?</a:t>
            </a:r>
          </a:p>
          <a:p>
            <a:pPr marL="285750" indent="-285750" algn="l">
              <a:spcBef>
                <a:spcPts val="900"/>
              </a:spcBef>
              <a:buFont typeface="Arial" panose="020B0604020202020204" pitchFamily="34" charset="0"/>
              <a:buChar char="•"/>
            </a:pPr>
            <a:endParaRPr lang="en-US" sz="1400" dirty="0">
              <a:solidFill>
                <a:srgbClr val="000000"/>
              </a:solidFill>
              <a:latin typeface="Avenir"/>
            </a:endParaRPr>
          </a:p>
        </p:txBody>
      </p:sp>
      <p:pic>
        <p:nvPicPr>
          <p:cNvPr id="4" name="Graphic 3">
            <a:extLst>
              <a:ext uri="{FF2B5EF4-FFF2-40B4-BE49-F238E27FC236}">
                <a16:creationId xmlns:a16="http://schemas.microsoft.com/office/drawing/2014/main" id="{A73EFADD-A3A5-C20F-7AE7-12320A14302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38888" y="4793604"/>
            <a:ext cx="857250" cy="857250"/>
          </a:xfrm>
          <a:prstGeom prst="rect">
            <a:avLst/>
          </a:prstGeom>
        </p:spPr>
      </p:pic>
      <p:sp>
        <p:nvSpPr>
          <p:cNvPr id="5" name="TextBox 4">
            <a:extLst>
              <a:ext uri="{FF2B5EF4-FFF2-40B4-BE49-F238E27FC236}">
                <a16:creationId xmlns:a16="http://schemas.microsoft.com/office/drawing/2014/main" id="{BDFDE8B3-D2B8-309F-F4FA-0DE6239D1716}"/>
              </a:ext>
            </a:extLst>
          </p:cNvPr>
          <p:cNvSpPr txBox="1"/>
          <p:nvPr/>
        </p:nvSpPr>
        <p:spPr>
          <a:xfrm>
            <a:off x="7424737" y="4879329"/>
            <a:ext cx="4733925" cy="2120747"/>
          </a:xfrm>
          <a:prstGeom prst="rect">
            <a:avLst/>
          </a:prstGeom>
          <a:noFill/>
        </p:spPr>
        <p:txBody>
          <a:bodyPr wrap="square" rtlCol="0">
            <a:normAutofit/>
          </a:bodyPr>
          <a:lstStyle/>
          <a:p>
            <a:pPr marL="0" algn="l">
              <a:buNone/>
            </a:pPr>
            <a:r>
              <a:rPr lang="en-GB" b="1" dirty="0">
                <a:solidFill>
                  <a:srgbClr val="000000"/>
                </a:solidFill>
                <a:effectLst/>
                <a:latin typeface="Avenir"/>
              </a:rPr>
              <a:t>Next Steps</a:t>
            </a:r>
            <a:r>
              <a:rPr dirty="0">
                <a:effectLst/>
              </a:rPr>
              <a:t> </a:t>
            </a:r>
          </a:p>
          <a:p>
            <a:pPr marL="285750" indent="-285750" algn="l">
              <a:spcBef>
                <a:spcPts val="900"/>
              </a:spcBef>
              <a:buFont typeface="Arial" panose="020B0604020202020204" pitchFamily="34" charset="0"/>
              <a:buChar char="•"/>
            </a:pPr>
            <a:r>
              <a:rPr lang="en-GB" sz="1400" dirty="0">
                <a:solidFill>
                  <a:srgbClr val="000000"/>
                </a:solidFill>
                <a:latin typeface="Avenir"/>
              </a:rPr>
              <a:t>Batch correction with </a:t>
            </a:r>
            <a:r>
              <a:rPr lang="en-GB" sz="1400" dirty="0" err="1">
                <a:solidFill>
                  <a:srgbClr val="000000"/>
                </a:solidFill>
                <a:latin typeface="Avenir"/>
              </a:rPr>
              <a:t>ComBat</a:t>
            </a:r>
            <a:endParaRPr lang="en-GB" sz="1400" dirty="0">
              <a:solidFill>
                <a:srgbClr val="000000"/>
              </a:solidFill>
              <a:latin typeface="Avenir"/>
            </a:endParaRPr>
          </a:p>
          <a:p>
            <a:pPr marL="285750" indent="-285750" algn="l">
              <a:spcBef>
                <a:spcPts val="900"/>
              </a:spcBef>
              <a:buFont typeface="Arial" panose="020B0604020202020204" pitchFamily="34" charset="0"/>
              <a:buChar char="•"/>
            </a:pPr>
            <a:r>
              <a:rPr lang="en-GB" sz="1400" dirty="0">
                <a:solidFill>
                  <a:srgbClr val="000000"/>
                </a:solidFill>
                <a:latin typeface="Avenir"/>
              </a:rPr>
              <a:t>Look at eigenvalues in PCA analysis to see which proteins contribute most to identified components</a:t>
            </a:r>
            <a:endParaRPr lang="en-GB" sz="1400" dirty="0">
              <a:latin typeface="Avenir"/>
            </a:endParaRPr>
          </a:p>
          <a:p>
            <a:pPr marL="285750" indent="-285750" algn="l">
              <a:spcBef>
                <a:spcPts val="900"/>
              </a:spcBef>
              <a:buFont typeface="Arial" panose="020B0604020202020204" pitchFamily="34" charset="0"/>
              <a:buChar char="•"/>
            </a:pPr>
            <a:endParaRPr lang="en-GB" sz="1425" b="0" dirty="0">
              <a:solidFill>
                <a:srgbClr val="000000"/>
              </a:solidFill>
              <a:effectLst/>
              <a:latin typeface="Avenir"/>
            </a:endParaRPr>
          </a:p>
          <a:p>
            <a:pPr marL="285750" indent="-285750" algn="l">
              <a:spcBef>
                <a:spcPts val="900"/>
              </a:spcBef>
              <a:buFont typeface="Arial" panose="020B0604020202020204" pitchFamily="34" charset="0"/>
              <a:buChar char="•"/>
            </a:pPr>
            <a:endParaRPr lang="en-GB" dirty="0"/>
          </a:p>
        </p:txBody>
      </p:sp>
    </p:spTree>
    <p:extLst>
      <p:ext uri="{BB962C8B-B14F-4D97-AF65-F5344CB8AC3E}">
        <p14:creationId xmlns:p14="http://schemas.microsoft.com/office/powerpoint/2010/main" val="37456751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76D15-DAA3-3144-0052-6D7EEAD77FE8}"/>
            </a:ext>
          </a:extLst>
        </p:cNvPr>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9576F8D4-E7AD-3CE2-7E1B-0D7C04355013}"/>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B9C47788-45C7-2DD3-F10E-B61B6D29C141}"/>
              </a:ext>
            </a:extLst>
          </p:cNvPr>
          <p:cNvSpPr>
            <a:spLocks noGrp="1"/>
          </p:cNvSpPr>
          <p:nvPr>
            <p:ph sz="quarter" idx="16"/>
          </p:nvPr>
        </p:nvSpPr>
        <p:spPr>
          <a:xfrm>
            <a:off x="619125" y="619125"/>
            <a:ext cx="7489825" cy="781942"/>
          </a:xfrm>
        </p:spPr>
        <p:txBody>
          <a:bodyPr>
            <a:normAutofit/>
          </a:bodyPr>
          <a:lstStyle/>
          <a:p>
            <a:pPr marL="0" marR="0" indent="0" algn="l">
              <a:buNone/>
            </a:pPr>
            <a:r>
              <a:rPr lang="en-GB" sz="3600" dirty="0">
                <a:solidFill>
                  <a:srgbClr val="FFC000"/>
                </a:solidFill>
                <a:effectLst/>
                <a:latin typeface="Avenir"/>
              </a:rPr>
              <a:t>Scripts and Tools</a:t>
            </a:r>
            <a:endParaRPr lang="en-GB" sz="1200" dirty="0">
              <a:solidFill>
                <a:srgbClr val="FFC000"/>
              </a:solidFill>
              <a:latin typeface="Avenir"/>
            </a:endParaRPr>
          </a:p>
        </p:txBody>
      </p:sp>
      <p:sp>
        <p:nvSpPr>
          <p:cNvPr id="6" name="Slide Number Placeholder 5">
            <a:extLst>
              <a:ext uri="{FF2B5EF4-FFF2-40B4-BE49-F238E27FC236}">
                <a16:creationId xmlns:a16="http://schemas.microsoft.com/office/drawing/2014/main" id="{27BFF33D-ABF4-35ED-9B3E-CA17D786BAEB}"/>
              </a:ext>
            </a:extLst>
          </p:cNvPr>
          <p:cNvSpPr>
            <a:spLocks noGrp="1"/>
          </p:cNvSpPr>
          <p:nvPr>
            <p:ph type="sldNum" sz="quarter" idx="12"/>
          </p:nvPr>
        </p:nvSpPr>
        <p:spPr/>
        <p:txBody>
          <a:bodyPr/>
          <a:lstStyle/>
          <a:p>
            <a:fld id="{AEAA3239-9EA4-4A65-A281-97F994456D9F}" type="slidenum">
              <a:rPr lang="en-US" smtClean="0"/>
              <a:t>4</a:t>
            </a:fld>
            <a:endParaRPr lang="en-US" dirty="0"/>
          </a:p>
        </p:txBody>
      </p:sp>
      <p:sp>
        <p:nvSpPr>
          <p:cNvPr id="9" name="TextBox 8">
            <a:extLst>
              <a:ext uri="{FF2B5EF4-FFF2-40B4-BE49-F238E27FC236}">
                <a16:creationId xmlns:a16="http://schemas.microsoft.com/office/drawing/2014/main" id="{37F4FE8E-8E48-25A6-6349-A231D2C0C692}"/>
              </a:ext>
            </a:extLst>
          </p:cNvPr>
          <p:cNvSpPr txBox="1"/>
          <p:nvPr/>
        </p:nvSpPr>
        <p:spPr>
          <a:xfrm>
            <a:off x="619125" y="1606283"/>
            <a:ext cx="7165181" cy="4511296"/>
          </a:xfrm>
          <a:prstGeom prst="rect">
            <a:avLst/>
          </a:prstGeom>
          <a:noFill/>
        </p:spPr>
        <p:txBody>
          <a:bodyPr wrap="square" rtlCol="0">
            <a:normAutofit fontScale="85000" lnSpcReduction="10000"/>
          </a:bodyPr>
          <a:lstStyle/>
          <a:p>
            <a:pPr marR="0" algn="l"/>
            <a:r>
              <a:rPr lang="en-GB" sz="2400" b="1" dirty="0">
                <a:solidFill>
                  <a:srgbClr val="000000"/>
                </a:solidFill>
                <a:effectLst/>
                <a:latin typeface="Avenir"/>
              </a:rPr>
              <a:t>Analysis.py</a:t>
            </a:r>
          </a:p>
          <a:p>
            <a:pPr marL="742950" lvl="1" indent="-285750">
              <a:buFont typeface="Arial" panose="020B0604020202020204" pitchFamily="34" charset="0"/>
              <a:buChar char="•"/>
            </a:pPr>
            <a:r>
              <a:rPr lang="en-GB" sz="2400" dirty="0">
                <a:solidFill>
                  <a:srgbClr val="000000"/>
                </a:solidFill>
                <a:latin typeface="Avenir"/>
              </a:rPr>
              <a:t>Graphical user interface</a:t>
            </a:r>
          </a:p>
          <a:p>
            <a:pPr marL="742950" lvl="1" indent="-285750">
              <a:buFont typeface="Arial" panose="020B0604020202020204" pitchFamily="34" charset="0"/>
              <a:buChar char="•"/>
            </a:pPr>
            <a:r>
              <a:rPr lang="en-GB" sz="2400" dirty="0">
                <a:solidFill>
                  <a:srgbClr val="000000"/>
                </a:solidFill>
                <a:latin typeface="Avenir"/>
              </a:rPr>
              <a:t>Runs Limma and logistic regression</a:t>
            </a:r>
          </a:p>
          <a:p>
            <a:pPr marL="1200150" lvl="2" indent="-285750">
              <a:buFont typeface="Arial" panose="020B0604020202020204" pitchFamily="34" charset="0"/>
              <a:buChar char="•"/>
            </a:pPr>
            <a:r>
              <a:rPr lang="en-GB" sz="2400" dirty="0">
                <a:solidFill>
                  <a:srgbClr val="000000"/>
                </a:solidFill>
                <a:latin typeface="Avenir"/>
              </a:rPr>
              <a:t>Paired or unpaired Limma</a:t>
            </a:r>
          </a:p>
          <a:p>
            <a:pPr marL="742950" lvl="1" indent="-285750">
              <a:buFont typeface="Arial" panose="020B0604020202020204" pitchFamily="34" charset="0"/>
              <a:buChar char="•"/>
            </a:pPr>
            <a:r>
              <a:rPr lang="en-GB" sz="2400" dirty="0">
                <a:solidFill>
                  <a:srgbClr val="000000"/>
                </a:solidFill>
                <a:latin typeface="Avenir"/>
              </a:rPr>
              <a:t>Flexible for new files/variable </a:t>
            </a:r>
          </a:p>
          <a:p>
            <a:pPr marL="742950" lvl="1" indent="-285750">
              <a:buFont typeface="Arial" panose="020B0604020202020204" pitchFamily="34" charset="0"/>
              <a:buChar char="•"/>
            </a:pPr>
            <a:r>
              <a:rPr lang="en-GB" sz="2400" dirty="0">
                <a:solidFill>
                  <a:srgbClr val="000000"/>
                </a:solidFill>
                <a:latin typeface="Avenir"/>
              </a:rPr>
              <a:t>Can choose input file/sheet</a:t>
            </a:r>
          </a:p>
          <a:p>
            <a:pPr marL="742950" lvl="1" indent="-285750">
              <a:buFont typeface="Arial" panose="020B0604020202020204" pitchFamily="34" charset="0"/>
              <a:buChar char="•"/>
            </a:pPr>
            <a:r>
              <a:rPr lang="en-GB" sz="2400" dirty="0">
                <a:solidFill>
                  <a:srgbClr val="000000"/>
                </a:solidFill>
                <a:latin typeface="Avenir"/>
              </a:rPr>
              <a:t>Can choose which tests to run</a:t>
            </a:r>
          </a:p>
          <a:p>
            <a:pPr marL="742950" lvl="1" indent="-285750">
              <a:buFont typeface="Arial" panose="020B0604020202020204" pitchFamily="34" charset="0"/>
              <a:buChar char="•"/>
            </a:pPr>
            <a:r>
              <a:rPr lang="en-GB" sz="2400" dirty="0">
                <a:solidFill>
                  <a:srgbClr val="000000"/>
                </a:solidFill>
                <a:latin typeface="Avenir"/>
              </a:rPr>
              <a:t>Can choose condition variable, columns to exclude, columns/values to filter by and to compare based on deltas</a:t>
            </a:r>
          </a:p>
          <a:p>
            <a:pPr marL="742950" lvl="1" indent="-285750">
              <a:buFont typeface="Arial" panose="020B0604020202020204" pitchFamily="34" charset="0"/>
              <a:buChar char="•"/>
            </a:pPr>
            <a:r>
              <a:rPr lang="en-GB" sz="2400" dirty="0">
                <a:solidFill>
                  <a:srgbClr val="000000"/>
                </a:solidFill>
                <a:latin typeface="Avenir"/>
              </a:rPr>
              <a:t>Next steps: integrate pre-processing</a:t>
            </a:r>
          </a:p>
          <a:p>
            <a:pPr marR="0" algn="l"/>
            <a:endParaRPr lang="en-GB" sz="2400" b="1" dirty="0">
              <a:solidFill>
                <a:srgbClr val="000000"/>
              </a:solidFill>
              <a:effectLst/>
              <a:latin typeface="Avenir"/>
            </a:endParaRPr>
          </a:p>
          <a:p>
            <a:pPr marR="0" algn="l"/>
            <a:r>
              <a:rPr lang="en-GB" sz="2400" b="1" dirty="0">
                <a:solidFill>
                  <a:srgbClr val="000000"/>
                </a:solidFill>
                <a:latin typeface="Avenir"/>
              </a:rPr>
              <a:t>PCA.py</a:t>
            </a:r>
          </a:p>
          <a:p>
            <a:pPr marL="742950" lvl="1" indent="-285750">
              <a:buFont typeface="Arial" panose="020B0604020202020204" pitchFamily="34" charset="0"/>
              <a:buChar char="•"/>
            </a:pPr>
            <a:r>
              <a:rPr lang="en-GB" sz="2400" dirty="0">
                <a:solidFill>
                  <a:srgbClr val="000000"/>
                </a:solidFill>
                <a:latin typeface="Avenir"/>
              </a:rPr>
              <a:t>No user interface (just a script)</a:t>
            </a:r>
          </a:p>
          <a:p>
            <a:pPr marL="742950" lvl="1" indent="-285750">
              <a:buFont typeface="Arial" panose="020B0604020202020204" pitchFamily="34" charset="0"/>
              <a:buChar char="•"/>
            </a:pPr>
            <a:r>
              <a:rPr lang="en-GB" sz="2400" dirty="0">
                <a:solidFill>
                  <a:srgbClr val="000000"/>
                </a:solidFill>
                <a:latin typeface="Avenir"/>
              </a:rPr>
              <a:t>Runs PCA and ANOVA</a:t>
            </a:r>
          </a:p>
          <a:p>
            <a:pPr marL="742950" lvl="1" indent="-285750">
              <a:buFont typeface="Arial" panose="020B0604020202020204" pitchFamily="34" charset="0"/>
              <a:buChar char="•"/>
            </a:pPr>
            <a:r>
              <a:rPr lang="en-GB" sz="2400" dirty="0">
                <a:solidFill>
                  <a:srgbClr val="000000"/>
                </a:solidFill>
                <a:latin typeface="Avenir"/>
              </a:rPr>
              <a:t>Need to manually adjust values for new files/variables</a:t>
            </a:r>
          </a:p>
          <a:p>
            <a:pPr marL="742950" lvl="1" indent="-285750">
              <a:buFont typeface="Arial" panose="020B0604020202020204" pitchFamily="34" charset="0"/>
              <a:buChar char="•"/>
            </a:pPr>
            <a:r>
              <a:rPr lang="en-GB" sz="2400" dirty="0">
                <a:solidFill>
                  <a:srgbClr val="000000"/>
                </a:solidFill>
                <a:latin typeface="Avenir"/>
              </a:rPr>
              <a:t>Next steps: integrate into analysis.py</a:t>
            </a:r>
          </a:p>
          <a:p>
            <a:pPr marL="285750" marR="0" indent="-285750" algn="l">
              <a:buFont typeface="Arial" panose="020B0604020202020204" pitchFamily="34" charset="0"/>
              <a:buChar char="•"/>
            </a:pPr>
            <a:endParaRPr lang="en-GB" sz="2000" b="0" dirty="0">
              <a:solidFill>
                <a:srgbClr val="000000"/>
              </a:solidFill>
              <a:effectLst/>
              <a:latin typeface="Avenir"/>
            </a:endParaRPr>
          </a:p>
        </p:txBody>
      </p:sp>
    </p:spTree>
    <p:extLst>
      <p:ext uri="{BB962C8B-B14F-4D97-AF65-F5344CB8AC3E}">
        <p14:creationId xmlns:p14="http://schemas.microsoft.com/office/powerpoint/2010/main" val="30701014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3C54E-8F48-B735-4C5A-979D94551168}"/>
            </a:ext>
          </a:extLst>
        </p:cNvPr>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9B906523-552A-0110-5E74-9A7FCB2C89D8}"/>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4B443CE0-9DD7-1B7D-903D-C21D98D2980C}"/>
              </a:ext>
            </a:extLst>
          </p:cNvPr>
          <p:cNvSpPr>
            <a:spLocks noGrp="1"/>
          </p:cNvSpPr>
          <p:nvPr>
            <p:ph sz="quarter" idx="16"/>
          </p:nvPr>
        </p:nvSpPr>
        <p:spPr>
          <a:xfrm>
            <a:off x="619125" y="619125"/>
            <a:ext cx="7489825" cy="781942"/>
          </a:xfrm>
        </p:spPr>
        <p:txBody>
          <a:bodyPr>
            <a:normAutofit/>
          </a:bodyPr>
          <a:lstStyle/>
          <a:p>
            <a:pPr marL="0" marR="0" indent="0" algn="l">
              <a:buNone/>
            </a:pPr>
            <a:r>
              <a:rPr lang="en-GB" sz="3600" dirty="0">
                <a:solidFill>
                  <a:srgbClr val="FFC000"/>
                </a:solidFill>
                <a:effectLst/>
                <a:latin typeface="Avenir"/>
              </a:rPr>
              <a:t>Soluble PCA</a:t>
            </a:r>
            <a:endParaRPr lang="en-GB" sz="1200" dirty="0">
              <a:solidFill>
                <a:srgbClr val="FFC000"/>
              </a:solidFill>
              <a:latin typeface="Avenir"/>
            </a:endParaRPr>
          </a:p>
        </p:txBody>
      </p:sp>
      <p:sp>
        <p:nvSpPr>
          <p:cNvPr id="6" name="Slide Number Placeholder 5">
            <a:extLst>
              <a:ext uri="{FF2B5EF4-FFF2-40B4-BE49-F238E27FC236}">
                <a16:creationId xmlns:a16="http://schemas.microsoft.com/office/drawing/2014/main" id="{606BF87C-F386-52B7-F78F-97F3FEF0449D}"/>
              </a:ext>
            </a:extLst>
          </p:cNvPr>
          <p:cNvSpPr>
            <a:spLocks noGrp="1"/>
          </p:cNvSpPr>
          <p:nvPr>
            <p:ph type="sldNum" sz="quarter" idx="12"/>
          </p:nvPr>
        </p:nvSpPr>
        <p:spPr/>
        <p:txBody>
          <a:bodyPr/>
          <a:lstStyle/>
          <a:p>
            <a:fld id="{AEAA3239-9EA4-4A65-A281-97F994456D9F}" type="slidenum">
              <a:rPr lang="en-US" smtClean="0"/>
              <a:t>5</a:t>
            </a:fld>
            <a:endParaRPr lang="en-US" dirty="0"/>
          </a:p>
        </p:txBody>
      </p:sp>
      <p:sp>
        <p:nvSpPr>
          <p:cNvPr id="9" name="TextBox 8">
            <a:extLst>
              <a:ext uri="{FF2B5EF4-FFF2-40B4-BE49-F238E27FC236}">
                <a16:creationId xmlns:a16="http://schemas.microsoft.com/office/drawing/2014/main" id="{2CDEE20F-2712-C7A3-22E5-A6AEA46CC390}"/>
              </a:ext>
            </a:extLst>
          </p:cNvPr>
          <p:cNvSpPr txBox="1"/>
          <p:nvPr/>
        </p:nvSpPr>
        <p:spPr>
          <a:xfrm>
            <a:off x="619125" y="1606282"/>
            <a:ext cx="6835775" cy="5251717"/>
          </a:xfrm>
          <a:prstGeom prst="rect">
            <a:avLst/>
          </a:prstGeom>
          <a:noFill/>
        </p:spPr>
        <p:txBody>
          <a:bodyPr wrap="square" rtlCol="0">
            <a:normAutofit fontScale="92500" lnSpcReduction="10000"/>
          </a:bodyPr>
          <a:lstStyle/>
          <a:p>
            <a:r>
              <a:rPr lang="en-GB" b="1" dirty="0">
                <a:latin typeface="Avenir"/>
              </a:rPr>
              <a:t>Number of components to explain 95.0% of variance: 18</a:t>
            </a:r>
          </a:p>
          <a:p>
            <a:r>
              <a:rPr lang="en-GB" dirty="0">
                <a:latin typeface="Avenir"/>
              </a:rPr>
              <a:t>  - PC1: 25.02%</a:t>
            </a:r>
          </a:p>
          <a:p>
            <a:r>
              <a:rPr lang="en-GB" dirty="0">
                <a:latin typeface="Avenir"/>
              </a:rPr>
              <a:t>  - PC2: 15.10%</a:t>
            </a:r>
          </a:p>
          <a:p>
            <a:r>
              <a:rPr lang="en-GB" dirty="0">
                <a:latin typeface="Avenir"/>
              </a:rPr>
              <a:t>  - PC3: 9.38%</a:t>
            </a:r>
          </a:p>
          <a:p>
            <a:r>
              <a:rPr lang="en-GB" dirty="0">
                <a:latin typeface="Avenir"/>
              </a:rPr>
              <a:t>  - PC4: 7.20%</a:t>
            </a:r>
          </a:p>
          <a:p>
            <a:r>
              <a:rPr lang="en-GB" dirty="0">
                <a:latin typeface="Avenir"/>
              </a:rPr>
              <a:t>  - PC5: 6.37%</a:t>
            </a:r>
          </a:p>
          <a:p>
            <a:r>
              <a:rPr lang="en-GB" dirty="0">
                <a:latin typeface="Avenir"/>
              </a:rPr>
              <a:t>  - PC6: 4.55%</a:t>
            </a:r>
          </a:p>
          <a:p>
            <a:r>
              <a:rPr lang="en-GB" dirty="0">
                <a:latin typeface="Avenir"/>
              </a:rPr>
              <a:t>  - PC7: 4.12%</a:t>
            </a:r>
          </a:p>
          <a:p>
            <a:r>
              <a:rPr lang="en-GB" dirty="0">
                <a:latin typeface="Avenir"/>
              </a:rPr>
              <a:t>  - PC8: 3.66%</a:t>
            </a:r>
          </a:p>
          <a:p>
            <a:r>
              <a:rPr lang="en-GB" dirty="0">
                <a:latin typeface="Avenir"/>
              </a:rPr>
              <a:t>  - PC9: 3.30%</a:t>
            </a:r>
          </a:p>
          <a:p>
            <a:r>
              <a:rPr lang="en-GB" dirty="0">
                <a:latin typeface="Avenir"/>
              </a:rPr>
              <a:t>  - PC10: 2.84%</a:t>
            </a:r>
          </a:p>
          <a:p>
            <a:r>
              <a:rPr lang="en-GB" dirty="0">
                <a:latin typeface="Avenir"/>
              </a:rPr>
              <a:t>  - PC11: 2.34%</a:t>
            </a:r>
          </a:p>
          <a:p>
            <a:r>
              <a:rPr lang="en-GB" dirty="0">
                <a:latin typeface="Avenir"/>
              </a:rPr>
              <a:t>  - PC12: 2.14%</a:t>
            </a:r>
          </a:p>
          <a:p>
            <a:r>
              <a:rPr lang="en-GB" dirty="0">
                <a:latin typeface="Avenir"/>
              </a:rPr>
              <a:t>  - PC13: 2.01%</a:t>
            </a:r>
          </a:p>
          <a:p>
            <a:r>
              <a:rPr lang="en-GB" dirty="0">
                <a:latin typeface="Avenir"/>
              </a:rPr>
              <a:t>  - PC14: 1.85%</a:t>
            </a:r>
          </a:p>
          <a:p>
            <a:r>
              <a:rPr lang="en-GB" dirty="0">
                <a:latin typeface="Avenir"/>
              </a:rPr>
              <a:t>  - PC15: 1.67%</a:t>
            </a:r>
          </a:p>
          <a:p>
            <a:r>
              <a:rPr lang="en-GB" dirty="0">
                <a:latin typeface="Avenir"/>
              </a:rPr>
              <a:t>  - PC16: 1.35%</a:t>
            </a:r>
          </a:p>
          <a:p>
            <a:r>
              <a:rPr lang="en-GB" dirty="0">
                <a:latin typeface="Avenir"/>
              </a:rPr>
              <a:t>  - PC17: 1.24%</a:t>
            </a:r>
          </a:p>
          <a:p>
            <a:r>
              <a:rPr lang="en-GB" dirty="0">
                <a:latin typeface="Avenir"/>
              </a:rPr>
              <a:t>  - PC18: 1.15%</a:t>
            </a:r>
          </a:p>
          <a:p>
            <a:r>
              <a:rPr lang="en-GB" dirty="0">
                <a:latin typeface="Avenir"/>
              </a:rPr>
              <a:t>Total variance explained by 18 components: 95.28%</a:t>
            </a:r>
          </a:p>
        </p:txBody>
      </p:sp>
    </p:spTree>
    <p:extLst>
      <p:ext uri="{BB962C8B-B14F-4D97-AF65-F5344CB8AC3E}">
        <p14:creationId xmlns:p14="http://schemas.microsoft.com/office/powerpoint/2010/main" val="37171819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E8EF86-04C7-37C2-5339-E67918B15D4C}"/>
            </a:ext>
          </a:extLst>
        </p:cNvPr>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42EFD43B-CE0F-BDD2-E46B-D2D4E7367931}"/>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9" name="Picture 8">
            <a:extLst>
              <a:ext uri="{FF2B5EF4-FFF2-40B4-BE49-F238E27FC236}">
                <a16:creationId xmlns:a16="http://schemas.microsoft.com/office/drawing/2014/main" id="{8D49FD66-509F-795C-5BF9-86CE447113D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5715" y="39165"/>
            <a:ext cx="9574869" cy="6858000"/>
          </a:xfrm>
          <a:prstGeom prst="rect">
            <a:avLst/>
          </a:prstGeom>
        </p:spPr>
      </p:pic>
      <p:sp>
        <p:nvSpPr>
          <p:cNvPr id="6" name="Slide Number Placeholder 5">
            <a:extLst>
              <a:ext uri="{FF2B5EF4-FFF2-40B4-BE49-F238E27FC236}">
                <a16:creationId xmlns:a16="http://schemas.microsoft.com/office/drawing/2014/main" id="{EB9EE880-FEAC-9FFC-287E-1CA65358A325}"/>
              </a:ext>
            </a:extLst>
          </p:cNvPr>
          <p:cNvSpPr>
            <a:spLocks noGrp="1"/>
          </p:cNvSpPr>
          <p:nvPr>
            <p:ph type="sldNum" sz="quarter" idx="12"/>
          </p:nvPr>
        </p:nvSpPr>
        <p:spPr/>
        <p:txBody>
          <a:bodyPr/>
          <a:lstStyle/>
          <a:p>
            <a:fld id="{AEAA3239-9EA4-4A65-A281-97F994456D9F}" type="slidenum">
              <a:rPr lang="en-US" smtClean="0"/>
              <a:t>6</a:t>
            </a:fld>
            <a:endParaRPr lang="en-US" dirty="0"/>
          </a:p>
        </p:txBody>
      </p:sp>
      <p:sp>
        <p:nvSpPr>
          <p:cNvPr id="4" name="Content Placeholder 3">
            <a:extLst>
              <a:ext uri="{FF2B5EF4-FFF2-40B4-BE49-F238E27FC236}">
                <a16:creationId xmlns:a16="http://schemas.microsoft.com/office/drawing/2014/main" id="{B1FD909E-6147-D0C9-2645-E5D98006FB62}"/>
              </a:ext>
            </a:extLst>
          </p:cNvPr>
          <p:cNvSpPr>
            <a:spLocks noGrp="1"/>
          </p:cNvSpPr>
          <p:nvPr>
            <p:ph sz="quarter" idx="16"/>
          </p:nvPr>
        </p:nvSpPr>
        <p:spPr>
          <a:xfrm>
            <a:off x="8404225" y="6115223"/>
            <a:ext cx="4022725" cy="781942"/>
          </a:xfrm>
        </p:spPr>
        <p:txBody>
          <a:bodyPr>
            <a:normAutofit/>
          </a:bodyPr>
          <a:lstStyle/>
          <a:p>
            <a:pPr marL="0" marR="0" indent="0" algn="l">
              <a:buNone/>
            </a:pPr>
            <a:r>
              <a:rPr lang="en-GB" sz="3600" dirty="0">
                <a:solidFill>
                  <a:srgbClr val="FFC000"/>
                </a:solidFill>
                <a:effectLst/>
                <a:latin typeface="Avenir"/>
              </a:rPr>
              <a:t>Soluble MANOVA</a:t>
            </a:r>
            <a:endParaRPr lang="en-GB" sz="1200" dirty="0">
              <a:solidFill>
                <a:srgbClr val="FFC000"/>
              </a:solidFill>
              <a:latin typeface="Avenir"/>
            </a:endParaRPr>
          </a:p>
        </p:txBody>
      </p:sp>
      <p:pic>
        <p:nvPicPr>
          <p:cNvPr id="3" name="Picture 2">
            <a:extLst>
              <a:ext uri="{FF2B5EF4-FFF2-40B4-BE49-F238E27FC236}">
                <a16:creationId xmlns:a16="http://schemas.microsoft.com/office/drawing/2014/main" id="{C173098F-3576-01BD-3AA7-259379DCBFE4}"/>
              </a:ext>
            </a:extLst>
          </p:cNvPr>
          <p:cNvPicPr>
            <a:picLocks noChangeAspect="1"/>
          </p:cNvPicPr>
          <p:nvPr/>
        </p:nvPicPr>
        <p:blipFill>
          <a:blip r:embed="rId6"/>
          <a:stretch>
            <a:fillRect/>
          </a:stretch>
        </p:blipFill>
        <p:spPr>
          <a:xfrm>
            <a:off x="5222298" y="3557459"/>
            <a:ext cx="5105940" cy="2348214"/>
          </a:xfrm>
          <a:prstGeom prst="rect">
            <a:avLst/>
          </a:prstGeom>
        </p:spPr>
      </p:pic>
    </p:spTree>
    <p:extLst>
      <p:ext uri="{BB962C8B-B14F-4D97-AF65-F5344CB8AC3E}">
        <p14:creationId xmlns:p14="http://schemas.microsoft.com/office/powerpoint/2010/main" val="30890526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2BA46-E5E3-95F4-E5DD-173C1DB8A7B0}"/>
            </a:ext>
          </a:extLst>
        </p:cNvPr>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F74EC81D-F4D7-21C3-3BE5-F7A579F2D731}"/>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91E88AB4-6806-5EA2-1231-401DFDD0048D}"/>
              </a:ext>
            </a:extLst>
          </p:cNvPr>
          <p:cNvSpPr>
            <a:spLocks noGrp="1"/>
          </p:cNvSpPr>
          <p:nvPr>
            <p:ph sz="quarter" idx="16"/>
          </p:nvPr>
        </p:nvSpPr>
        <p:spPr>
          <a:xfrm>
            <a:off x="619125" y="619125"/>
            <a:ext cx="7489825" cy="781942"/>
          </a:xfrm>
        </p:spPr>
        <p:txBody>
          <a:bodyPr>
            <a:normAutofit/>
          </a:bodyPr>
          <a:lstStyle/>
          <a:p>
            <a:pPr marL="0" marR="0" indent="0" algn="l">
              <a:buNone/>
            </a:pPr>
            <a:r>
              <a:rPr lang="en-GB" sz="3600" dirty="0">
                <a:solidFill>
                  <a:srgbClr val="FFC000"/>
                </a:solidFill>
                <a:effectLst/>
                <a:latin typeface="Avenir"/>
              </a:rPr>
              <a:t>Insoluble PCA</a:t>
            </a:r>
            <a:endParaRPr lang="en-GB" sz="1200" dirty="0">
              <a:solidFill>
                <a:srgbClr val="FFC000"/>
              </a:solidFill>
              <a:latin typeface="Avenir"/>
            </a:endParaRPr>
          </a:p>
        </p:txBody>
      </p:sp>
      <p:sp>
        <p:nvSpPr>
          <p:cNvPr id="6" name="Slide Number Placeholder 5">
            <a:extLst>
              <a:ext uri="{FF2B5EF4-FFF2-40B4-BE49-F238E27FC236}">
                <a16:creationId xmlns:a16="http://schemas.microsoft.com/office/drawing/2014/main" id="{F4ACD3B6-9023-D4A6-A806-FEADB26AAF12}"/>
              </a:ext>
            </a:extLst>
          </p:cNvPr>
          <p:cNvSpPr>
            <a:spLocks noGrp="1"/>
          </p:cNvSpPr>
          <p:nvPr>
            <p:ph type="sldNum" sz="quarter" idx="12"/>
          </p:nvPr>
        </p:nvSpPr>
        <p:spPr/>
        <p:txBody>
          <a:bodyPr/>
          <a:lstStyle/>
          <a:p>
            <a:fld id="{AEAA3239-9EA4-4A65-A281-97F994456D9F}" type="slidenum">
              <a:rPr lang="en-US" smtClean="0"/>
              <a:t>7</a:t>
            </a:fld>
            <a:endParaRPr lang="en-US" dirty="0"/>
          </a:p>
        </p:txBody>
      </p:sp>
      <p:sp>
        <p:nvSpPr>
          <p:cNvPr id="9" name="TextBox 8">
            <a:extLst>
              <a:ext uri="{FF2B5EF4-FFF2-40B4-BE49-F238E27FC236}">
                <a16:creationId xmlns:a16="http://schemas.microsoft.com/office/drawing/2014/main" id="{66E8A88E-6D45-19DE-597C-C1E1E9EF3AA2}"/>
              </a:ext>
            </a:extLst>
          </p:cNvPr>
          <p:cNvSpPr txBox="1"/>
          <p:nvPr/>
        </p:nvSpPr>
        <p:spPr>
          <a:xfrm>
            <a:off x="619125" y="1606282"/>
            <a:ext cx="6454775" cy="5251717"/>
          </a:xfrm>
          <a:prstGeom prst="rect">
            <a:avLst/>
          </a:prstGeom>
          <a:noFill/>
        </p:spPr>
        <p:txBody>
          <a:bodyPr wrap="square" rtlCol="0">
            <a:normAutofit/>
          </a:bodyPr>
          <a:lstStyle/>
          <a:p>
            <a:r>
              <a:rPr lang="en-GB" sz="1700" b="1" dirty="0">
                <a:latin typeface="Avenir"/>
              </a:rPr>
              <a:t>Number of components to explain 95.0% of variance: 15</a:t>
            </a:r>
          </a:p>
          <a:p>
            <a:r>
              <a:rPr lang="en-GB" sz="1700" dirty="0">
                <a:latin typeface="Avenir"/>
              </a:rPr>
              <a:t>  - PC1: 28.50%</a:t>
            </a:r>
          </a:p>
          <a:p>
            <a:r>
              <a:rPr lang="en-GB" sz="1700" dirty="0">
                <a:latin typeface="Avenir"/>
              </a:rPr>
              <a:t>  - PC2: 20.57%</a:t>
            </a:r>
          </a:p>
          <a:p>
            <a:r>
              <a:rPr lang="en-GB" sz="1700" dirty="0">
                <a:latin typeface="Avenir"/>
              </a:rPr>
              <a:t>  - PC3: 13.08%</a:t>
            </a:r>
          </a:p>
          <a:p>
            <a:r>
              <a:rPr lang="en-GB" sz="1700" dirty="0">
                <a:latin typeface="Avenir"/>
              </a:rPr>
              <a:t>  - PC4: 6.77%</a:t>
            </a:r>
          </a:p>
          <a:p>
            <a:r>
              <a:rPr lang="en-GB" sz="1700" dirty="0">
                <a:latin typeface="Avenir"/>
              </a:rPr>
              <a:t>  - PC5: 5.45%</a:t>
            </a:r>
          </a:p>
          <a:p>
            <a:r>
              <a:rPr lang="en-GB" sz="1700" dirty="0">
                <a:latin typeface="Avenir"/>
              </a:rPr>
              <a:t>  - PC6: 3.83%</a:t>
            </a:r>
          </a:p>
          <a:p>
            <a:r>
              <a:rPr lang="en-GB" sz="1700" dirty="0">
                <a:latin typeface="Avenir"/>
              </a:rPr>
              <a:t>  - PC7: 3.61%</a:t>
            </a:r>
          </a:p>
          <a:p>
            <a:r>
              <a:rPr lang="en-GB" sz="1700" dirty="0">
                <a:latin typeface="Avenir"/>
              </a:rPr>
              <a:t>  - PC8: 2.80%</a:t>
            </a:r>
          </a:p>
          <a:p>
            <a:r>
              <a:rPr lang="en-GB" sz="1700" dirty="0">
                <a:latin typeface="Avenir"/>
              </a:rPr>
              <a:t>  - PC9: 2.30%</a:t>
            </a:r>
          </a:p>
          <a:p>
            <a:r>
              <a:rPr lang="en-GB" sz="1700" dirty="0">
                <a:latin typeface="Avenir"/>
              </a:rPr>
              <a:t>  - PC10: 2.07%</a:t>
            </a:r>
          </a:p>
          <a:p>
            <a:r>
              <a:rPr lang="en-GB" sz="1700" dirty="0">
                <a:latin typeface="Avenir"/>
              </a:rPr>
              <a:t>  - PC11: 2.02%</a:t>
            </a:r>
          </a:p>
          <a:p>
            <a:r>
              <a:rPr lang="en-GB" sz="1700" dirty="0">
                <a:latin typeface="Avenir"/>
              </a:rPr>
              <a:t>  - PC12: 1.48%</a:t>
            </a:r>
          </a:p>
          <a:p>
            <a:r>
              <a:rPr lang="en-GB" sz="1700" dirty="0">
                <a:latin typeface="Avenir"/>
              </a:rPr>
              <a:t>  - PC13: 1.27%</a:t>
            </a:r>
          </a:p>
          <a:p>
            <a:r>
              <a:rPr lang="en-GB" sz="1700" dirty="0">
                <a:latin typeface="Avenir"/>
              </a:rPr>
              <a:t>  - PC14: 1.00%</a:t>
            </a:r>
          </a:p>
          <a:p>
            <a:r>
              <a:rPr lang="en-GB" sz="1700" dirty="0">
                <a:latin typeface="Avenir"/>
              </a:rPr>
              <a:t>  - PC15: 0.92%</a:t>
            </a:r>
          </a:p>
          <a:p>
            <a:endParaRPr lang="en-GB" sz="1700" dirty="0">
              <a:latin typeface="Avenir"/>
            </a:endParaRPr>
          </a:p>
          <a:p>
            <a:r>
              <a:rPr lang="en-GB" sz="1700" dirty="0">
                <a:latin typeface="Avenir"/>
              </a:rPr>
              <a:t>Total variance explained by 15 components: 95.68%</a:t>
            </a:r>
          </a:p>
          <a:p>
            <a:pPr marL="285750" marR="0" indent="-285750" algn="l">
              <a:buFont typeface="Arial" panose="020B0604020202020204" pitchFamily="34" charset="0"/>
              <a:buChar char="•"/>
            </a:pPr>
            <a:endParaRPr lang="en-GB" sz="1700" b="0" dirty="0">
              <a:solidFill>
                <a:srgbClr val="000000"/>
              </a:solidFill>
              <a:effectLst/>
              <a:latin typeface="Avenir"/>
            </a:endParaRPr>
          </a:p>
        </p:txBody>
      </p:sp>
    </p:spTree>
    <p:extLst>
      <p:ext uri="{BB962C8B-B14F-4D97-AF65-F5344CB8AC3E}">
        <p14:creationId xmlns:p14="http://schemas.microsoft.com/office/powerpoint/2010/main" val="13219198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101AC-5BA4-25E3-FF4C-71FDC9FAB814}"/>
            </a:ext>
          </a:extLst>
        </p:cNvPr>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7D930DA9-AC96-441D-84F2-0C68336F68BB}"/>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6" name="Slide Number Placeholder 5">
            <a:extLst>
              <a:ext uri="{FF2B5EF4-FFF2-40B4-BE49-F238E27FC236}">
                <a16:creationId xmlns:a16="http://schemas.microsoft.com/office/drawing/2014/main" id="{194F00F0-9779-64FE-D569-541381F15670}"/>
              </a:ext>
            </a:extLst>
          </p:cNvPr>
          <p:cNvSpPr>
            <a:spLocks noGrp="1"/>
          </p:cNvSpPr>
          <p:nvPr>
            <p:ph type="sldNum" sz="quarter" idx="12"/>
          </p:nvPr>
        </p:nvSpPr>
        <p:spPr/>
        <p:txBody>
          <a:bodyPr/>
          <a:lstStyle/>
          <a:p>
            <a:fld id="{AEAA3239-9EA4-4A65-A281-97F994456D9F}" type="slidenum">
              <a:rPr lang="en-US" smtClean="0"/>
              <a:t>8</a:t>
            </a:fld>
            <a:endParaRPr lang="en-US" dirty="0"/>
          </a:p>
        </p:txBody>
      </p:sp>
      <p:pic>
        <p:nvPicPr>
          <p:cNvPr id="5" name="Picture 4">
            <a:extLst>
              <a:ext uri="{FF2B5EF4-FFF2-40B4-BE49-F238E27FC236}">
                <a16:creationId xmlns:a16="http://schemas.microsoft.com/office/drawing/2014/main" id="{3FC476B2-D202-5801-E4A6-5364D300559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39165"/>
            <a:ext cx="9575800" cy="6818836"/>
          </a:xfrm>
          <a:prstGeom prst="rect">
            <a:avLst/>
          </a:prstGeom>
        </p:spPr>
      </p:pic>
      <p:sp>
        <p:nvSpPr>
          <p:cNvPr id="4" name="Content Placeholder 3">
            <a:extLst>
              <a:ext uri="{FF2B5EF4-FFF2-40B4-BE49-F238E27FC236}">
                <a16:creationId xmlns:a16="http://schemas.microsoft.com/office/drawing/2014/main" id="{CE62A6B3-8449-14D2-332C-5632FB612594}"/>
              </a:ext>
            </a:extLst>
          </p:cNvPr>
          <p:cNvSpPr>
            <a:spLocks noGrp="1"/>
          </p:cNvSpPr>
          <p:nvPr>
            <p:ph sz="quarter" idx="16"/>
          </p:nvPr>
        </p:nvSpPr>
        <p:spPr>
          <a:xfrm>
            <a:off x="8404225" y="6115223"/>
            <a:ext cx="4022725" cy="781942"/>
          </a:xfrm>
        </p:spPr>
        <p:txBody>
          <a:bodyPr>
            <a:normAutofit/>
          </a:bodyPr>
          <a:lstStyle/>
          <a:p>
            <a:pPr marL="0" marR="0" indent="0" algn="l">
              <a:buNone/>
            </a:pPr>
            <a:r>
              <a:rPr lang="en-GB" sz="3600" dirty="0">
                <a:solidFill>
                  <a:srgbClr val="FFC000"/>
                </a:solidFill>
                <a:effectLst/>
                <a:latin typeface="Avenir"/>
              </a:rPr>
              <a:t>Insoluble MANOVA</a:t>
            </a:r>
            <a:endParaRPr lang="en-GB" sz="1200" dirty="0">
              <a:solidFill>
                <a:srgbClr val="FFC000"/>
              </a:solidFill>
              <a:latin typeface="Avenir"/>
            </a:endParaRPr>
          </a:p>
        </p:txBody>
      </p:sp>
      <p:pic>
        <p:nvPicPr>
          <p:cNvPr id="10" name="Picture 9">
            <a:extLst>
              <a:ext uri="{FF2B5EF4-FFF2-40B4-BE49-F238E27FC236}">
                <a16:creationId xmlns:a16="http://schemas.microsoft.com/office/drawing/2014/main" id="{EFBBF594-253B-F932-C4BE-47ACBB1F52E1}"/>
              </a:ext>
            </a:extLst>
          </p:cNvPr>
          <p:cNvPicPr>
            <a:picLocks noChangeAspect="1"/>
          </p:cNvPicPr>
          <p:nvPr/>
        </p:nvPicPr>
        <p:blipFill>
          <a:blip r:embed="rId6"/>
          <a:stretch>
            <a:fillRect/>
          </a:stretch>
        </p:blipFill>
        <p:spPr>
          <a:xfrm>
            <a:off x="5169825" y="3514418"/>
            <a:ext cx="5528042" cy="2561640"/>
          </a:xfrm>
          <a:prstGeom prst="rect">
            <a:avLst/>
          </a:prstGeom>
        </p:spPr>
      </p:pic>
    </p:spTree>
    <p:extLst>
      <p:ext uri="{BB962C8B-B14F-4D97-AF65-F5344CB8AC3E}">
        <p14:creationId xmlns:p14="http://schemas.microsoft.com/office/powerpoint/2010/main" val="40634547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360846-8A0B-EE0D-3672-A5326EF72E3C}"/>
            </a:ext>
          </a:extLst>
        </p:cNvPr>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F99B7C32-9D61-AC19-4BC6-22505F3028BB}"/>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444FC26D-636F-2608-35FF-67F7DE24FC22}"/>
              </a:ext>
            </a:extLst>
          </p:cNvPr>
          <p:cNvSpPr>
            <a:spLocks noGrp="1"/>
          </p:cNvSpPr>
          <p:nvPr>
            <p:ph sz="quarter" idx="16"/>
          </p:nvPr>
        </p:nvSpPr>
        <p:spPr>
          <a:xfrm>
            <a:off x="619125" y="619125"/>
            <a:ext cx="7489825" cy="781942"/>
          </a:xfrm>
        </p:spPr>
        <p:txBody>
          <a:bodyPr>
            <a:normAutofit/>
          </a:bodyPr>
          <a:lstStyle/>
          <a:p>
            <a:pPr marL="0" marR="0" indent="0" algn="l">
              <a:buNone/>
            </a:pPr>
            <a:r>
              <a:rPr lang="en-GB" sz="3600" dirty="0">
                <a:solidFill>
                  <a:srgbClr val="FFC000"/>
                </a:solidFill>
                <a:effectLst/>
                <a:latin typeface="Avenir"/>
              </a:rPr>
              <a:t>SPE PCA</a:t>
            </a:r>
            <a:endParaRPr lang="en-GB" sz="1200" dirty="0">
              <a:solidFill>
                <a:srgbClr val="FFC000"/>
              </a:solidFill>
              <a:latin typeface="Avenir"/>
            </a:endParaRPr>
          </a:p>
        </p:txBody>
      </p:sp>
      <p:sp>
        <p:nvSpPr>
          <p:cNvPr id="6" name="Slide Number Placeholder 5">
            <a:extLst>
              <a:ext uri="{FF2B5EF4-FFF2-40B4-BE49-F238E27FC236}">
                <a16:creationId xmlns:a16="http://schemas.microsoft.com/office/drawing/2014/main" id="{29593882-8999-F29D-9EE1-B7EE4890F645}"/>
              </a:ext>
            </a:extLst>
          </p:cNvPr>
          <p:cNvSpPr>
            <a:spLocks noGrp="1"/>
          </p:cNvSpPr>
          <p:nvPr>
            <p:ph type="sldNum" sz="quarter" idx="12"/>
          </p:nvPr>
        </p:nvSpPr>
        <p:spPr/>
        <p:txBody>
          <a:bodyPr/>
          <a:lstStyle/>
          <a:p>
            <a:fld id="{AEAA3239-9EA4-4A65-A281-97F994456D9F}" type="slidenum">
              <a:rPr lang="en-US" smtClean="0"/>
              <a:t>9</a:t>
            </a:fld>
            <a:endParaRPr lang="en-US" dirty="0"/>
          </a:p>
        </p:txBody>
      </p:sp>
      <p:sp>
        <p:nvSpPr>
          <p:cNvPr id="9" name="TextBox 8">
            <a:extLst>
              <a:ext uri="{FF2B5EF4-FFF2-40B4-BE49-F238E27FC236}">
                <a16:creationId xmlns:a16="http://schemas.microsoft.com/office/drawing/2014/main" id="{7023D945-FDA2-4A73-EFB9-A81243DA70D9}"/>
              </a:ext>
            </a:extLst>
          </p:cNvPr>
          <p:cNvSpPr txBox="1"/>
          <p:nvPr/>
        </p:nvSpPr>
        <p:spPr>
          <a:xfrm>
            <a:off x="619125" y="1606282"/>
            <a:ext cx="6480175" cy="5251717"/>
          </a:xfrm>
          <a:prstGeom prst="rect">
            <a:avLst/>
          </a:prstGeom>
          <a:noFill/>
        </p:spPr>
        <p:txBody>
          <a:bodyPr wrap="square" rtlCol="0">
            <a:normAutofit fontScale="92500" lnSpcReduction="10000"/>
          </a:bodyPr>
          <a:lstStyle/>
          <a:p>
            <a:r>
              <a:rPr lang="en-GB" b="1" dirty="0">
                <a:latin typeface="Avenir"/>
              </a:rPr>
              <a:t>Number of components to explain 95.0% of variance: 18</a:t>
            </a:r>
          </a:p>
          <a:p>
            <a:r>
              <a:rPr lang="en-GB" dirty="0">
                <a:latin typeface="Avenir"/>
              </a:rPr>
              <a:t>  - PC1: 22.45%</a:t>
            </a:r>
          </a:p>
          <a:p>
            <a:r>
              <a:rPr lang="en-GB" dirty="0">
                <a:latin typeface="Avenir"/>
              </a:rPr>
              <a:t>  - PC2: 17.40%</a:t>
            </a:r>
          </a:p>
          <a:p>
            <a:r>
              <a:rPr lang="en-GB" dirty="0">
                <a:latin typeface="Avenir"/>
              </a:rPr>
              <a:t>  - PC3: 9.68%</a:t>
            </a:r>
          </a:p>
          <a:p>
            <a:r>
              <a:rPr lang="en-GB" dirty="0">
                <a:latin typeface="Avenir"/>
              </a:rPr>
              <a:t>  - PC4: 6.69%</a:t>
            </a:r>
          </a:p>
          <a:p>
            <a:r>
              <a:rPr lang="en-GB" dirty="0">
                <a:latin typeface="Avenir"/>
              </a:rPr>
              <a:t>  - PC5: 5.80%</a:t>
            </a:r>
          </a:p>
          <a:p>
            <a:r>
              <a:rPr lang="en-GB" dirty="0">
                <a:latin typeface="Avenir"/>
              </a:rPr>
              <a:t>  - PC6: 5.22%</a:t>
            </a:r>
          </a:p>
          <a:p>
            <a:r>
              <a:rPr lang="en-GB" dirty="0">
                <a:latin typeface="Avenir"/>
              </a:rPr>
              <a:t>  - PC7: 3.83%</a:t>
            </a:r>
          </a:p>
          <a:p>
            <a:r>
              <a:rPr lang="en-GB" dirty="0">
                <a:latin typeface="Avenir"/>
              </a:rPr>
              <a:t>  - PC8: 3.35%</a:t>
            </a:r>
          </a:p>
          <a:p>
            <a:r>
              <a:rPr lang="en-GB" dirty="0">
                <a:latin typeface="Avenir"/>
              </a:rPr>
              <a:t>  - PC9: 3.16%</a:t>
            </a:r>
          </a:p>
          <a:p>
            <a:r>
              <a:rPr lang="en-GB" dirty="0">
                <a:latin typeface="Avenir"/>
              </a:rPr>
              <a:t>  - PC10: 2.82%</a:t>
            </a:r>
          </a:p>
          <a:p>
            <a:r>
              <a:rPr lang="en-GB" dirty="0">
                <a:latin typeface="Avenir"/>
              </a:rPr>
              <a:t>  - PC11: 2.72%</a:t>
            </a:r>
          </a:p>
          <a:p>
            <a:r>
              <a:rPr lang="en-GB" dirty="0">
                <a:latin typeface="Avenir"/>
              </a:rPr>
              <a:t>  - PC12: 2.41%</a:t>
            </a:r>
          </a:p>
          <a:p>
            <a:r>
              <a:rPr lang="en-GB" dirty="0">
                <a:latin typeface="Avenir"/>
              </a:rPr>
              <a:t>  - PC13: 2.08%</a:t>
            </a:r>
          </a:p>
          <a:p>
            <a:r>
              <a:rPr lang="en-GB" dirty="0">
                <a:latin typeface="Avenir"/>
              </a:rPr>
              <a:t>  - PC14: 1.80%</a:t>
            </a:r>
          </a:p>
          <a:p>
            <a:r>
              <a:rPr lang="en-GB" dirty="0">
                <a:latin typeface="Avenir"/>
              </a:rPr>
              <a:t>  - PC15: 1.63%</a:t>
            </a:r>
          </a:p>
          <a:p>
            <a:r>
              <a:rPr lang="en-GB" dirty="0">
                <a:latin typeface="Avenir"/>
              </a:rPr>
              <a:t>  - PC16: 1.52%</a:t>
            </a:r>
          </a:p>
          <a:p>
            <a:r>
              <a:rPr lang="en-GB" dirty="0">
                <a:latin typeface="Avenir"/>
              </a:rPr>
              <a:t>  - PC17: 1.33%</a:t>
            </a:r>
          </a:p>
          <a:p>
            <a:r>
              <a:rPr lang="en-GB" dirty="0">
                <a:latin typeface="Avenir"/>
              </a:rPr>
              <a:t>  - PC18: 1.16%</a:t>
            </a:r>
          </a:p>
          <a:p>
            <a:r>
              <a:rPr lang="en-GB" dirty="0">
                <a:latin typeface="Avenir"/>
              </a:rPr>
              <a:t>Total variance explained by 18 components: 95.03%</a:t>
            </a:r>
          </a:p>
        </p:txBody>
      </p:sp>
    </p:spTree>
    <p:extLst>
      <p:ext uri="{BB962C8B-B14F-4D97-AF65-F5344CB8AC3E}">
        <p14:creationId xmlns:p14="http://schemas.microsoft.com/office/powerpoint/2010/main" val="131504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F8296-94AF-24B5-E1B5-70FF3F322BDB}"/>
            </a:ext>
          </a:extLst>
        </p:cNvPr>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7061FD22-D926-E0B0-95DB-D93DE2A413A9}"/>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9" name="Picture 8">
            <a:extLst>
              <a:ext uri="{FF2B5EF4-FFF2-40B4-BE49-F238E27FC236}">
                <a16:creationId xmlns:a16="http://schemas.microsoft.com/office/drawing/2014/main" id="{95C7DBB3-44C1-DD91-F948-E3A55A59ECC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0"/>
            <a:ext cx="9574869" cy="6858000"/>
          </a:xfrm>
          <a:prstGeom prst="rect">
            <a:avLst/>
          </a:prstGeom>
        </p:spPr>
      </p:pic>
      <p:sp>
        <p:nvSpPr>
          <p:cNvPr id="6" name="Slide Number Placeholder 5">
            <a:extLst>
              <a:ext uri="{FF2B5EF4-FFF2-40B4-BE49-F238E27FC236}">
                <a16:creationId xmlns:a16="http://schemas.microsoft.com/office/drawing/2014/main" id="{B9098C69-845C-3C12-E1F2-3028A4E0C813}"/>
              </a:ext>
            </a:extLst>
          </p:cNvPr>
          <p:cNvSpPr>
            <a:spLocks noGrp="1"/>
          </p:cNvSpPr>
          <p:nvPr>
            <p:ph type="sldNum" sz="quarter" idx="12"/>
          </p:nvPr>
        </p:nvSpPr>
        <p:spPr/>
        <p:txBody>
          <a:bodyPr/>
          <a:lstStyle/>
          <a:p>
            <a:fld id="{AEAA3239-9EA4-4A65-A281-97F994456D9F}" type="slidenum">
              <a:rPr lang="en-US" smtClean="0"/>
              <a:t>10</a:t>
            </a:fld>
            <a:endParaRPr lang="en-US" dirty="0"/>
          </a:p>
        </p:txBody>
      </p:sp>
      <p:sp>
        <p:nvSpPr>
          <p:cNvPr id="4" name="Content Placeholder 3">
            <a:extLst>
              <a:ext uri="{FF2B5EF4-FFF2-40B4-BE49-F238E27FC236}">
                <a16:creationId xmlns:a16="http://schemas.microsoft.com/office/drawing/2014/main" id="{EA828462-8D65-7E80-ECEE-9D5DBE7F4E3E}"/>
              </a:ext>
            </a:extLst>
          </p:cNvPr>
          <p:cNvSpPr>
            <a:spLocks noGrp="1"/>
          </p:cNvSpPr>
          <p:nvPr>
            <p:ph sz="quarter" idx="16"/>
          </p:nvPr>
        </p:nvSpPr>
        <p:spPr>
          <a:xfrm>
            <a:off x="8404225" y="6115223"/>
            <a:ext cx="4022725" cy="781942"/>
          </a:xfrm>
        </p:spPr>
        <p:txBody>
          <a:bodyPr>
            <a:normAutofit/>
          </a:bodyPr>
          <a:lstStyle/>
          <a:p>
            <a:pPr marL="0" marR="0" indent="0" algn="l">
              <a:buNone/>
            </a:pPr>
            <a:r>
              <a:rPr lang="en-GB" sz="3600" dirty="0">
                <a:solidFill>
                  <a:srgbClr val="FFC000"/>
                </a:solidFill>
                <a:effectLst/>
                <a:latin typeface="Avenir"/>
              </a:rPr>
              <a:t>SPE MANOVA</a:t>
            </a:r>
            <a:endParaRPr lang="en-GB" sz="1200" dirty="0">
              <a:solidFill>
                <a:srgbClr val="FFC000"/>
              </a:solidFill>
              <a:latin typeface="Avenir"/>
            </a:endParaRPr>
          </a:p>
        </p:txBody>
      </p:sp>
      <p:pic>
        <p:nvPicPr>
          <p:cNvPr id="3" name="Picture 2">
            <a:extLst>
              <a:ext uri="{FF2B5EF4-FFF2-40B4-BE49-F238E27FC236}">
                <a16:creationId xmlns:a16="http://schemas.microsoft.com/office/drawing/2014/main" id="{943A4EF8-B607-2C5B-DFB8-5EC4083BFFF7}"/>
              </a:ext>
            </a:extLst>
          </p:cNvPr>
          <p:cNvPicPr>
            <a:picLocks noChangeAspect="1"/>
          </p:cNvPicPr>
          <p:nvPr/>
        </p:nvPicPr>
        <p:blipFill>
          <a:blip r:embed="rId6"/>
          <a:stretch>
            <a:fillRect/>
          </a:stretch>
        </p:blipFill>
        <p:spPr>
          <a:xfrm>
            <a:off x="5117446" y="3512231"/>
            <a:ext cx="5639453" cy="2647442"/>
          </a:xfrm>
          <a:prstGeom prst="rect">
            <a:avLst/>
          </a:prstGeom>
        </p:spPr>
      </p:pic>
    </p:spTree>
    <p:extLst>
      <p:ext uri="{BB962C8B-B14F-4D97-AF65-F5344CB8AC3E}">
        <p14:creationId xmlns:p14="http://schemas.microsoft.com/office/powerpoint/2010/main" val="8846656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E2FB6-E520-9D36-786A-8AE22F8019B3}"/>
            </a:ext>
          </a:extLst>
        </p:cNvPr>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66A8B4B3-672F-DCA5-78CB-E8D76B933217}"/>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E61BC719-D48F-3162-6DD7-7933CD64C652}"/>
              </a:ext>
            </a:extLst>
          </p:cNvPr>
          <p:cNvSpPr>
            <a:spLocks noGrp="1"/>
          </p:cNvSpPr>
          <p:nvPr>
            <p:ph sz="quarter" idx="16"/>
          </p:nvPr>
        </p:nvSpPr>
        <p:spPr>
          <a:xfrm>
            <a:off x="619125" y="619125"/>
            <a:ext cx="7489825" cy="781942"/>
          </a:xfrm>
        </p:spPr>
        <p:txBody>
          <a:bodyPr>
            <a:normAutofit/>
          </a:bodyPr>
          <a:lstStyle/>
          <a:p>
            <a:pPr marL="0" marR="0" indent="0" algn="l">
              <a:buNone/>
            </a:pPr>
            <a:r>
              <a:rPr lang="en-GB" sz="3600" dirty="0">
                <a:solidFill>
                  <a:srgbClr val="FFC000"/>
                </a:solidFill>
                <a:effectLst/>
                <a:latin typeface="Avenir"/>
              </a:rPr>
              <a:t>Soluble Limma Comparisons</a:t>
            </a:r>
            <a:endParaRPr lang="en-GB" sz="1200" dirty="0">
              <a:solidFill>
                <a:srgbClr val="FFC000"/>
              </a:solidFill>
              <a:latin typeface="Avenir"/>
            </a:endParaRPr>
          </a:p>
        </p:txBody>
      </p:sp>
      <p:sp>
        <p:nvSpPr>
          <p:cNvPr id="6" name="Slide Number Placeholder 5">
            <a:extLst>
              <a:ext uri="{FF2B5EF4-FFF2-40B4-BE49-F238E27FC236}">
                <a16:creationId xmlns:a16="http://schemas.microsoft.com/office/drawing/2014/main" id="{D698E3DD-78AE-56C9-ECAF-7577DEB2781B}"/>
              </a:ext>
            </a:extLst>
          </p:cNvPr>
          <p:cNvSpPr>
            <a:spLocks noGrp="1"/>
          </p:cNvSpPr>
          <p:nvPr>
            <p:ph type="sldNum" sz="quarter" idx="12"/>
          </p:nvPr>
        </p:nvSpPr>
        <p:spPr/>
        <p:txBody>
          <a:bodyPr/>
          <a:lstStyle/>
          <a:p>
            <a:fld id="{AEAA3239-9EA4-4A65-A281-97F994456D9F}" type="slidenum">
              <a:rPr lang="en-US" smtClean="0"/>
              <a:t>11</a:t>
            </a:fld>
            <a:endParaRPr lang="en-US" dirty="0"/>
          </a:p>
        </p:txBody>
      </p:sp>
      <p:sp>
        <p:nvSpPr>
          <p:cNvPr id="9" name="TextBox 8">
            <a:extLst>
              <a:ext uri="{FF2B5EF4-FFF2-40B4-BE49-F238E27FC236}">
                <a16:creationId xmlns:a16="http://schemas.microsoft.com/office/drawing/2014/main" id="{C8CC3BF9-7E79-3308-4C6A-BCA15AC48C4E}"/>
              </a:ext>
            </a:extLst>
          </p:cNvPr>
          <p:cNvSpPr txBox="1"/>
          <p:nvPr/>
        </p:nvSpPr>
        <p:spPr>
          <a:xfrm>
            <a:off x="619125" y="1606282"/>
            <a:ext cx="5546101" cy="5156467"/>
          </a:xfrm>
          <a:prstGeom prst="rect">
            <a:avLst/>
          </a:prstGeom>
          <a:noFill/>
        </p:spPr>
        <p:txBody>
          <a:bodyPr wrap="square" rtlCol="0">
            <a:normAutofit fontScale="92500" lnSpcReduction="20000"/>
          </a:bodyPr>
          <a:lstStyle/>
          <a:p>
            <a:r>
              <a:rPr lang="en-GB" b="1" dirty="0">
                <a:latin typeface="Avenir"/>
              </a:rPr>
              <a:t>Longitudinal Comparison: D0 vs D14 Responders</a:t>
            </a:r>
            <a:endParaRPr lang="en-GB" dirty="0">
              <a:latin typeface="Avenir"/>
            </a:endParaRPr>
          </a:p>
          <a:p>
            <a:r>
              <a:rPr lang="en-GB" dirty="0">
                <a:latin typeface="Avenir"/>
              </a:rPr>
              <a:t>Proteins analysed (after filtering): 1990</a:t>
            </a:r>
          </a:p>
          <a:p>
            <a:r>
              <a:rPr lang="en-GB" dirty="0">
                <a:latin typeface="Avenir"/>
              </a:rPr>
              <a:t>Proteins with significant raw p-values: 338</a:t>
            </a:r>
          </a:p>
          <a:p>
            <a:r>
              <a:rPr lang="en-GB" dirty="0">
                <a:latin typeface="Avenir"/>
              </a:rPr>
              <a:t>Proteins with significant adjusted p-values: 0</a:t>
            </a:r>
          </a:p>
          <a:p>
            <a:r>
              <a:rPr lang="en-GB" dirty="0">
                <a:latin typeface="Avenir"/>
              </a:rPr>
              <a:t> </a:t>
            </a:r>
          </a:p>
          <a:p>
            <a:endParaRPr lang="en-GB" dirty="0">
              <a:latin typeface="Avenir"/>
            </a:endParaRPr>
          </a:p>
          <a:p>
            <a:r>
              <a:rPr lang="en-GB" b="1" dirty="0">
                <a:latin typeface="Avenir"/>
              </a:rPr>
              <a:t>Group Comparison: D14 Responders vs Non-Responders</a:t>
            </a:r>
            <a:endParaRPr lang="en-GB" dirty="0">
              <a:latin typeface="Avenir"/>
            </a:endParaRPr>
          </a:p>
          <a:p>
            <a:r>
              <a:rPr lang="en-GB" dirty="0">
                <a:latin typeface="Avenir"/>
              </a:rPr>
              <a:t>Proteins analysed (after filtering): 1990</a:t>
            </a:r>
          </a:p>
          <a:p>
            <a:r>
              <a:rPr lang="en-GB" dirty="0">
                <a:latin typeface="Avenir"/>
              </a:rPr>
              <a:t>Proteins with significant raw p-values: 27</a:t>
            </a:r>
          </a:p>
          <a:p>
            <a:r>
              <a:rPr lang="en-GB" dirty="0">
                <a:latin typeface="Avenir"/>
              </a:rPr>
              <a:t>Proteins with significant adjusted p-values: 0</a:t>
            </a:r>
          </a:p>
          <a:p>
            <a:r>
              <a:rPr lang="en-GB" dirty="0">
                <a:latin typeface="Avenir"/>
              </a:rPr>
              <a:t> </a:t>
            </a:r>
          </a:p>
          <a:p>
            <a:endParaRPr lang="en-GB" dirty="0">
              <a:latin typeface="Avenir"/>
            </a:endParaRPr>
          </a:p>
          <a:p>
            <a:r>
              <a:rPr lang="en-GB" b="1" dirty="0">
                <a:latin typeface="Avenir"/>
              </a:rPr>
              <a:t>Delta Comparison: Difference from D0 to D14 in Responders vs Non-Responders</a:t>
            </a:r>
            <a:endParaRPr lang="en-GB" dirty="0">
              <a:latin typeface="Avenir"/>
            </a:endParaRPr>
          </a:p>
          <a:p>
            <a:r>
              <a:rPr lang="en-GB" dirty="0">
                <a:latin typeface="Avenir"/>
              </a:rPr>
              <a:t>Proteins analysed (after filtering): 1990</a:t>
            </a:r>
          </a:p>
          <a:p>
            <a:r>
              <a:rPr lang="en-GB" dirty="0">
                <a:latin typeface="Avenir"/>
              </a:rPr>
              <a:t>Proteins with significant raw p-values: 161</a:t>
            </a:r>
          </a:p>
          <a:p>
            <a:r>
              <a:rPr lang="en-GB" dirty="0">
                <a:latin typeface="Avenir"/>
              </a:rPr>
              <a:t>Proteins with significant adjusted p-values: 0</a:t>
            </a:r>
          </a:p>
          <a:p>
            <a:r>
              <a:rPr lang="en-GB" dirty="0">
                <a:latin typeface="Avenir"/>
              </a:rPr>
              <a:t> </a:t>
            </a:r>
          </a:p>
          <a:p>
            <a:endParaRPr lang="en-GB" dirty="0">
              <a:latin typeface="Avenir"/>
            </a:endParaRPr>
          </a:p>
          <a:p>
            <a:r>
              <a:rPr lang="en-GB" b="1" dirty="0">
                <a:latin typeface="Avenir"/>
              </a:rPr>
              <a:t>Baseline Group Comparison: D0 Responders vs Non-Responders</a:t>
            </a:r>
            <a:endParaRPr lang="en-GB" dirty="0">
              <a:latin typeface="Avenir"/>
            </a:endParaRPr>
          </a:p>
          <a:p>
            <a:r>
              <a:rPr lang="en-GB" dirty="0">
                <a:latin typeface="Avenir"/>
              </a:rPr>
              <a:t>Proteins analysed (after filtering): 1990</a:t>
            </a:r>
          </a:p>
          <a:p>
            <a:r>
              <a:rPr lang="en-GB" dirty="0">
                <a:latin typeface="Avenir"/>
              </a:rPr>
              <a:t>Proteins with significant raw p-values: 192</a:t>
            </a:r>
          </a:p>
          <a:p>
            <a:r>
              <a:rPr lang="en-GB" dirty="0">
                <a:latin typeface="Avenir"/>
              </a:rPr>
              <a:t>Proteins with significant adjusted p-values: 0</a:t>
            </a:r>
          </a:p>
        </p:txBody>
      </p:sp>
      <p:sp>
        <p:nvSpPr>
          <p:cNvPr id="5" name="Content Placeholder 3">
            <a:extLst>
              <a:ext uri="{FF2B5EF4-FFF2-40B4-BE49-F238E27FC236}">
                <a16:creationId xmlns:a16="http://schemas.microsoft.com/office/drawing/2014/main" id="{A22145C4-F75B-1032-BC4C-B610E04A252C}"/>
              </a:ext>
            </a:extLst>
          </p:cNvPr>
          <p:cNvSpPr txBox="1">
            <a:spLocks/>
          </p:cNvSpPr>
          <p:nvPr/>
        </p:nvSpPr>
        <p:spPr>
          <a:xfrm>
            <a:off x="6329051" y="6222375"/>
            <a:ext cx="2929249" cy="781942"/>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0"/>
              </a:spcBef>
              <a:buFont typeface="Arial" panose="020B0604020202020204" pitchFamily="34" charset="0"/>
              <a:buChar char="•"/>
              <a:defRPr sz="1400" b="0" i="0" kern="1200">
                <a:solidFill>
                  <a:schemeClr val="tx1"/>
                </a:solidFill>
                <a:latin typeface="+mn-lt"/>
                <a:ea typeface="+mn-ea"/>
                <a:cs typeface="+mn-cs"/>
              </a:defRPr>
            </a:lvl1pPr>
            <a:lvl2pPr marL="457200" indent="-228600" algn="l" defTabSz="914400" rtl="0" eaLnBrk="1" latinLnBrk="0" hangingPunct="1">
              <a:lnSpc>
                <a:spcPct val="120000"/>
              </a:lnSpc>
              <a:spcBef>
                <a:spcPts val="0"/>
              </a:spcBef>
              <a:buFont typeface="Arial" panose="020B0604020202020204" pitchFamily="34" charset="0"/>
              <a:buChar char="•"/>
              <a:defRPr sz="1400" b="0" i="0" kern="1200">
                <a:solidFill>
                  <a:schemeClr val="tx1"/>
                </a:solidFill>
                <a:latin typeface="+mn-lt"/>
                <a:ea typeface="+mn-ea"/>
                <a:cs typeface="+mn-cs"/>
              </a:defRPr>
            </a:lvl2pPr>
            <a:lvl3pPr marL="685800" indent="-228600" algn="l" defTabSz="914400" rtl="0" eaLnBrk="1" latinLnBrk="0" hangingPunct="1">
              <a:lnSpc>
                <a:spcPct val="120000"/>
              </a:lnSpc>
              <a:spcBef>
                <a:spcPts val="0"/>
              </a:spcBef>
              <a:buFont typeface="Arial" panose="020B0604020202020204" pitchFamily="34" charset="0"/>
              <a:buChar char="•"/>
              <a:defRPr sz="1400" b="0" i="0" kern="1200">
                <a:solidFill>
                  <a:schemeClr val="tx1"/>
                </a:solidFill>
                <a:latin typeface="+mn-lt"/>
                <a:ea typeface="+mn-ea"/>
                <a:cs typeface="+mn-cs"/>
              </a:defRPr>
            </a:lvl3pPr>
            <a:lvl4pPr marL="914400" indent="-228600" algn="l" defTabSz="914400" rtl="0" eaLnBrk="1" latinLnBrk="0" hangingPunct="1">
              <a:lnSpc>
                <a:spcPct val="120000"/>
              </a:lnSpc>
              <a:spcBef>
                <a:spcPts val="0"/>
              </a:spcBef>
              <a:buFont typeface="Arial" panose="020B0604020202020204" pitchFamily="34" charset="0"/>
              <a:buChar char="•"/>
              <a:defRPr sz="1400" b="0" i="0" kern="1200">
                <a:solidFill>
                  <a:schemeClr val="tx1"/>
                </a:solidFill>
                <a:latin typeface="+mn-lt"/>
                <a:ea typeface="+mn-ea"/>
                <a:cs typeface="+mn-cs"/>
              </a:defRPr>
            </a:lvl4pPr>
            <a:lvl5pPr marL="1143000" indent="-228600" algn="l" defTabSz="914400" rtl="0" eaLnBrk="1" latinLnBrk="0" hangingPunct="1">
              <a:lnSpc>
                <a:spcPct val="120000"/>
              </a:lnSpc>
              <a:spcBef>
                <a:spcPts val="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2000" dirty="0">
                <a:solidFill>
                  <a:srgbClr val="FFC000"/>
                </a:solidFill>
                <a:latin typeface="Avenir"/>
              </a:rPr>
              <a:t>Delta comparison</a:t>
            </a:r>
            <a:endParaRPr lang="en-GB" sz="900" dirty="0">
              <a:solidFill>
                <a:srgbClr val="FFC000"/>
              </a:solidFill>
              <a:latin typeface="Avenir"/>
            </a:endParaRPr>
          </a:p>
        </p:txBody>
      </p:sp>
      <p:pic>
        <p:nvPicPr>
          <p:cNvPr id="10" name="Picture 9">
            <a:extLst>
              <a:ext uri="{FF2B5EF4-FFF2-40B4-BE49-F238E27FC236}">
                <a16:creationId xmlns:a16="http://schemas.microsoft.com/office/drawing/2014/main" id="{85F68514-77A0-7EA1-4B84-B529E318AA60}"/>
              </a:ext>
            </a:extLst>
          </p:cNvPr>
          <p:cNvPicPr>
            <a:picLocks noChangeAspect="1"/>
          </p:cNvPicPr>
          <p:nvPr/>
        </p:nvPicPr>
        <p:blipFill>
          <a:blip r:embed="rId5"/>
          <a:stretch>
            <a:fillRect/>
          </a:stretch>
        </p:blipFill>
        <p:spPr>
          <a:xfrm>
            <a:off x="6165226" y="1372647"/>
            <a:ext cx="6026774" cy="4849728"/>
          </a:xfrm>
          <a:prstGeom prst="rect">
            <a:avLst/>
          </a:prstGeom>
        </p:spPr>
      </p:pic>
    </p:spTree>
    <p:extLst>
      <p:ext uri="{BB962C8B-B14F-4D97-AF65-F5344CB8AC3E}">
        <p14:creationId xmlns:p14="http://schemas.microsoft.com/office/powerpoint/2010/main" val="36459183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C9EBD-E87E-3C27-3DBD-ECA003ECB7EB}"/>
            </a:ext>
          </a:extLst>
        </p:cNvPr>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9FEF473D-927E-79A4-B9B7-CFF8C7E72B58}"/>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DA3370BE-D626-AC54-3F6A-F7B7F2F60F07}"/>
              </a:ext>
            </a:extLst>
          </p:cNvPr>
          <p:cNvSpPr>
            <a:spLocks noGrp="1"/>
          </p:cNvSpPr>
          <p:nvPr>
            <p:ph sz="quarter" idx="16"/>
          </p:nvPr>
        </p:nvSpPr>
        <p:spPr>
          <a:xfrm>
            <a:off x="619125" y="619125"/>
            <a:ext cx="7489825" cy="781942"/>
          </a:xfrm>
        </p:spPr>
        <p:txBody>
          <a:bodyPr>
            <a:normAutofit/>
          </a:bodyPr>
          <a:lstStyle/>
          <a:p>
            <a:pPr marL="0" marR="0" indent="0" algn="l">
              <a:buNone/>
            </a:pPr>
            <a:r>
              <a:rPr lang="en-GB" sz="3600" dirty="0">
                <a:solidFill>
                  <a:srgbClr val="FFC000"/>
                </a:solidFill>
                <a:effectLst/>
                <a:latin typeface="Avenir"/>
              </a:rPr>
              <a:t>Insoluble Limma Comparisons</a:t>
            </a:r>
            <a:endParaRPr lang="en-GB" sz="1200" dirty="0">
              <a:solidFill>
                <a:srgbClr val="FFC000"/>
              </a:solidFill>
              <a:latin typeface="Avenir"/>
            </a:endParaRPr>
          </a:p>
        </p:txBody>
      </p:sp>
      <p:sp>
        <p:nvSpPr>
          <p:cNvPr id="6" name="Slide Number Placeholder 5">
            <a:extLst>
              <a:ext uri="{FF2B5EF4-FFF2-40B4-BE49-F238E27FC236}">
                <a16:creationId xmlns:a16="http://schemas.microsoft.com/office/drawing/2014/main" id="{5ED0DA7E-97E3-5EA8-6A34-49F8121239C7}"/>
              </a:ext>
            </a:extLst>
          </p:cNvPr>
          <p:cNvSpPr>
            <a:spLocks noGrp="1"/>
          </p:cNvSpPr>
          <p:nvPr>
            <p:ph type="sldNum" sz="quarter" idx="12"/>
          </p:nvPr>
        </p:nvSpPr>
        <p:spPr/>
        <p:txBody>
          <a:bodyPr/>
          <a:lstStyle/>
          <a:p>
            <a:fld id="{AEAA3239-9EA4-4A65-A281-97F994456D9F}" type="slidenum">
              <a:rPr lang="en-US" smtClean="0"/>
              <a:t>12</a:t>
            </a:fld>
            <a:endParaRPr lang="en-US" dirty="0"/>
          </a:p>
        </p:txBody>
      </p:sp>
      <p:sp>
        <p:nvSpPr>
          <p:cNvPr id="9" name="TextBox 8">
            <a:extLst>
              <a:ext uri="{FF2B5EF4-FFF2-40B4-BE49-F238E27FC236}">
                <a16:creationId xmlns:a16="http://schemas.microsoft.com/office/drawing/2014/main" id="{D4C8AEEF-79B7-D83C-0E65-D61D32D79CE6}"/>
              </a:ext>
            </a:extLst>
          </p:cNvPr>
          <p:cNvSpPr txBox="1"/>
          <p:nvPr/>
        </p:nvSpPr>
        <p:spPr>
          <a:xfrm>
            <a:off x="619125" y="1606282"/>
            <a:ext cx="5546101" cy="5112017"/>
          </a:xfrm>
          <a:prstGeom prst="rect">
            <a:avLst/>
          </a:prstGeom>
          <a:noFill/>
        </p:spPr>
        <p:txBody>
          <a:bodyPr wrap="square" rtlCol="0">
            <a:normAutofit fontScale="92500" lnSpcReduction="20000"/>
          </a:bodyPr>
          <a:lstStyle/>
          <a:p>
            <a:r>
              <a:rPr lang="en-GB" b="1" dirty="0">
                <a:latin typeface="Avenir"/>
              </a:rPr>
              <a:t>Longitudinal Comparison: D0 vs D14 Responders</a:t>
            </a:r>
            <a:endParaRPr lang="en-GB" dirty="0">
              <a:latin typeface="Avenir"/>
            </a:endParaRPr>
          </a:p>
          <a:p>
            <a:r>
              <a:rPr lang="en-GB" dirty="0">
                <a:latin typeface="Avenir"/>
              </a:rPr>
              <a:t>Proteins analysed (after filtering): 700</a:t>
            </a:r>
          </a:p>
          <a:p>
            <a:r>
              <a:rPr lang="en-GB" dirty="0">
                <a:latin typeface="Avenir"/>
              </a:rPr>
              <a:t>Proteins with significant raw p-values: 17</a:t>
            </a:r>
          </a:p>
          <a:p>
            <a:r>
              <a:rPr lang="en-GB" dirty="0">
                <a:latin typeface="Avenir"/>
              </a:rPr>
              <a:t>Proteins with significant adjusted p-values: 0</a:t>
            </a:r>
          </a:p>
          <a:p>
            <a:r>
              <a:rPr lang="en-GB" dirty="0">
                <a:latin typeface="Avenir"/>
              </a:rPr>
              <a:t> </a:t>
            </a:r>
          </a:p>
          <a:p>
            <a:endParaRPr lang="en-GB" dirty="0">
              <a:latin typeface="Avenir"/>
            </a:endParaRPr>
          </a:p>
          <a:p>
            <a:r>
              <a:rPr lang="en-GB" b="1" dirty="0">
                <a:latin typeface="Avenir"/>
              </a:rPr>
              <a:t>Group Comparison: D14 Responders vs Non-Responders</a:t>
            </a:r>
            <a:endParaRPr lang="en-GB" dirty="0">
              <a:latin typeface="Avenir"/>
            </a:endParaRPr>
          </a:p>
          <a:p>
            <a:r>
              <a:rPr lang="en-GB" dirty="0">
                <a:latin typeface="Avenir"/>
              </a:rPr>
              <a:t>Proteins analysed (after filtering): 700</a:t>
            </a:r>
          </a:p>
          <a:p>
            <a:r>
              <a:rPr lang="en-GB" dirty="0">
                <a:latin typeface="Avenir"/>
              </a:rPr>
              <a:t>Proteins with significant raw p-values: 20</a:t>
            </a:r>
          </a:p>
          <a:p>
            <a:r>
              <a:rPr lang="en-GB" dirty="0">
                <a:latin typeface="Avenir"/>
              </a:rPr>
              <a:t>Proteins with significant adjusted p-values: 0</a:t>
            </a:r>
          </a:p>
          <a:p>
            <a:r>
              <a:rPr lang="en-GB" dirty="0">
                <a:latin typeface="Avenir"/>
              </a:rPr>
              <a:t> </a:t>
            </a:r>
          </a:p>
          <a:p>
            <a:endParaRPr lang="en-GB" dirty="0">
              <a:latin typeface="Avenir"/>
            </a:endParaRPr>
          </a:p>
          <a:p>
            <a:r>
              <a:rPr lang="en-GB" b="1" dirty="0">
                <a:latin typeface="Avenir"/>
              </a:rPr>
              <a:t>Delta Comparison: Difference from D0 to D14 in Responders vs Non-Responders</a:t>
            </a:r>
            <a:endParaRPr lang="en-GB" dirty="0">
              <a:latin typeface="Avenir"/>
            </a:endParaRPr>
          </a:p>
          <a:p>
            <a:r>
              <a:rPr lang="en-GB" dirty="0">
                <a:latin typeface="Avenir"/>
              </a:rPr>
              <a:t>Proteins analysed (after filtering): 700</a:t>
            </a:r>
          </a:p>
          <a:p>
            <a:r>
              <a:rPr lang="en-GB" dirty="0">
                <a:latin typeface="Avenir"/>
              </a:rPr>
              <a:t>Proteins with significant raw p-values: 5</a:t>
            </a:r>
          </a:p>
          <a:p>
            <a:r>
              <a:rPr lang="en-GB" dirty="0">
                <a:latin typeface="Avenir"/>
              </a:rPr>
              <a:t>Proteins with significant adjusted p-values: 0</a:t>
            </a:r>
          </a:p>
          <a:p>
            <a:r>
              <a:rPr lang="en-GB" dirty="0">
                <a:latin typeface="Avenir"/>
              </a:rPr>
              <a:t> </a:t>
            </a:r>
          </a:p>
          <a:p>
            <a:endParaRPr lang="en-GB" dirty="0">
              <a:latin typeface="Avenir"/>
            </a:endParaRPr>
          </a:p>
          <a:p>
            <a:r>
              <a:rPr lang="en-GB" b="1" dirty="0">
                <a:latin typeface="Avenir"/>
              </a:rPr>
              <a:t>Baseline Group Comparison: D0 Responders vs Non-Responders</a:t>
            </a:r>
            <a:endParaRPr lang="en-GB" dirty="0">
              <a:latin typeface="Avenir"/>
            </a:endParaRPr>
          </a:p>
          <a:p>
            <a:r>
              <a:rPr lang="en-GB" dirty="0">
                <a:latin typeface="Avenir"/>
              </a:rPr>
              <a:t>Proteins analysed (after filtering): 700</a:t>
            </a:r>
          </a:p>
          <a:p>
            <a:r>
              <a:rPr lang="en-GB" dirty="0">
                <a:latin typeface="Avenir"/>
              </a:rPr>
              <a:t>Proteins with significant raw p-values: 10</a:t>
            </a:r>
          </a:p>
          <a:p>
            <a:r>
              <a:rPr lang="en-GB" dirty="0">
                <a:latin typeface="Avenir"/>
              </a:rPr>
              <a:t>Proteins with significant adjusted p-values: 0</a:t>
            </a:r>
          </a:p>
        </p:txBody>
      </p:sp>
      <p:sp>
        <p:nvSpPr>
          <p:cNvPr id="8" name="Content Placeholder 3">
            <a:extLst>
              <a:ext uri="{FF2B5EF4-FFF2-40B4-BE49-F238E27FC236}">
                <a16:creationId xmlns:a16="http://schemas.microsoft.com/office/drawing/2014/main" id="{8E6FFCC3-AE3A-CF37-6BD6-774C2FF8A500}"/>
              </a:ext>
            </a:extLst>
          </p:cNvPr>
          <p:cNvSpPr txBox="1">
            <a:spLocks/>
          </p:cNvSpPr>
          <p:nvPr/>
        </p:nvSpPr>
        <p:spPr>
          <a:xfrm>
            <a:off x="6329051" y="6222375"/>
            <a:ext cx="2929249" cy="781942"/>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0"/>
              </a:spcBef>
              <a:buFont typeface="Arial" panose="020B0604020202020204" pitchFamily="34" charset="0"/>
              <a:buChar char="•"/>
              <a:defRPr sz="1400" b="0" i="0" kern="1200">
                <a:solidFill>
                  <a:schemeClr val="tx1"/>
                </a:solidFill>
                <a:latin typeface="+mn-lt"/>
                <a:ea typeface="+mn-ea"/>
                <a:cs typeface="+mn-cs"/>
              </a:defRPr>
            </a:lvl1pPr>
            <a:lvl2pPr marL="457200" indent="-228600" algn="l" defTabSz="914400" rtl="0" eaLnBrk="1" latinLnBrk="0" hangingPunct="1">
              <a:lnSpc>
                <a:spcPct val="120000"/>
              </a:lnSpc>
              <a:spcBef>
                <a:spcPts val="0"/>
              </a:spcBef>
              <a:buFont typeface="Arial" panose="020B0604020202020204" pitchFamily="34" charset="0"/>
              <a:buChar char="•"/>
              <a:defRPr sz="1400" b="0" i="0" kern="1200">
                <a:solidFill>
                  <a:schemeClr val="tx1"/>
                </a:solidFill>
                <a:latin typeface="+mn-lt"/>
                <a:ea typeface="+mn-ea"/>
                <a:cs typeface="+mn-cs"/>
              </a:defRPr>
            </a:lvl2pPr>
            <a:lvl3pPr marL="685800" indent="-228600" algn="l" defTabSz="914400" rtl="0" eaLnBrk="1" latinLnBrk="0" hangingPunct="1">
              <a:lnSpc>
                <a:spcPct val="120000"/>
              </a:lnSpc>
              <a:spcBef>
                <a:spcPts val="0"/>
              </a:spcBef>
              <a:buFont typeface="Arial" panose="020B0604020202020204" pitchFamily="34" charset="0"/>
              <a:buChar char="•"/>
              <a:defRPr sz="1400" b="0" i="0" kern="1200">
                <a:solidFill>
                  <a:schemeClr val="tx1"/>
                </a:solidFill>
                <a:latin typeface="+mn-lt"/>
                <a:ea typeface="+mn-ea"/>
                <a:cs typeface="+mn-cs"/>
              </a:defRPr>
            </a:lvl3pPr>
            <a:lvl4pPr marL="914400" indent="-228600" algn="l" defTabSz="914400" rtl="0" eaLnBrk="1" latinLnBrk="0" hangingPunct="1">
              <a:lnSpc>
                <a:spcPct val="120000"/>
              </a:lnSpc>
              <a:spcBef>
                <a:spcPts val="0"/>
              </a:spcBef>
              <a:buFont typeface="Arial" panose="020B0604020202020204" pitchFamily="34" charset="0"/>
              <a:buChar char="•"/>
              <a:defRPr sz="1400" b="0" i="0" kern="1200">
                <a:solidFill>
                  <a:schemeClr val="tx1"/>
                </a:solidFill>
                <a:latin typeface="+mn-lt"/>
                <a:ea typeface="+mn-ea"/>
                <a:cs typeface="+mn-cs"/>
              </a:defRPr>
            </a:lvl4pPr>
            <a:lvl5pPr marL="1143000" indent="-228600" algn="l" defTabSz="914400" rtl="0" eaLnBrk="1" latinLnBrk="0" hangingPunct="1">
              <a:lnSpc>
                <a:spcPct val="120000"/>
              </a:lnSpc>
              <a:spcBef>
                <a:spcPts val="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2000" dirty="0">
                <a:solidFill>
                  <a:srgbClr val="FFC000"/>
                </a:solidFill>
                <a:latin typeface="Avenir"/>
              </a:rPr>
              <a:t>Delta comparison</a:t>
            </a:r>
            <a:endParaRPr lang="en-GB" sz="900" dirty="0">
              <a:solidFill>
                <a:srgbClr val="FFC000"/>
              </a:solidFill>
              <a:latin typeface="Avenir"/>
            </a:endParaRPr>
          </a:p>
        </p:txBody>
      </p:sp>
      <p:pic>
        <p:nvPicPr>
          <p:cNvPr id="11" name="Picture 10">
            <a:extLst>
              <a:ext uri="{FF2B5EF4-FFF2-40B4-BE49-F238E27FC236}">
                <a16:creationId xmlns:a16="http://schemas.microsoft.com/office/drawing/2014/main" id="{3E758B67-CFAF-FDDF-7873-820F6277C818}"/>
              </a:ext>
            </a:extLst>
          </p:cNvPr>
          <p:cNvPicPr>
            <a:picLocks noChangeAspect="1"/>
          </p:cNvPicPr>
          <p:nvPr/>
        </p:nvPicPr>
        <p:blipFill>
          <a:blip r:embed="rId5"/>
          <a:stretch>
            <a:fillRect/>
          </a:stretch>
        </p:blipFill>
        <p:spPr>
          <a:xfrm>
            <a:off x="6096000" y="1359849"/>
            <a:ext cx="6096000" cy="4879026"/>
          </a:xfrm>
          <a:prstGeom prst="rect">
            <a:avLst/>
          </a:prstGeom>
        </p:spPr>
      </p:pic>
    </p:spTree>
    <p:extLst>
      <p:ext uri="{BB962C8B-B14F-4D97-AF65-F5344CB8AC3E}">
        <p14:creationId xmlns:p14="http://schemas.microsoft.com/office/powerpoint/2010/main" val="4572304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9147C6-EC4E-C545-4CAF-3543D2181170}"/>
            </a:ext>
          </a:extLst>
        </p:cNvPr>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10EF8A32-AF83-5C9D-1774-D0AEBCF961D1}"/>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9EC19C3C-0818-8857-2666-25EF51D17E47}"/>
              </a:ext>
            </a:extLst>
          </p:cNvPr>
          <p:cNvSpPr>
            <a:spLocks noGrp="1"/>
          </p:cNvSpPr>
          <p:nvPr>
            <p:ph sz="quarter" idx="16"/>
          </p:nvPr>
        </p:nvSpPr>
        <p:spPr>
          <a:xfrm>
            <a:off x="619125" y="619125"/>
            <a:ext cx="7489825" cy="781942"/>
          </a:xfrm>
        </p:spPr>
        <p:txBody>
          <a:bodyPr>
            <a:normAutofit/>
          </a:bodyPr>
          <a:lstStyle/>
          <a:p>
            <a:pPr marL="0" marR="0" indent="0" algn="l">
              <a:buNone/>
            </a:pPr>
            <a:r>
              <a:rPr lang="en-GB" sz="3600" dirty="0">
                <a:solidFill>
                  <a:srgbClr val="FFC000"/>
                </a:solidFill>
                <a:effectLst/>
                <a:latin typeface="Avenir"/>
              </a:rPr>
              <a:t>SPE Limma Comparisons</a:t>
            </a:r>
            <a:endParaRPr lang="en-GB" sz="1200" dirty="0">
              <a:solidFill>
                <a:srgbClr val="FFC000"/>
              </a:solidFill>
              <a:latin typeface="Avenir"/>
            </a:endParaRPr>
          </a:p>
        </p:txBody>
      </p:sp>
      <p:sp>
        <p:nvSpPr>
          <p:cNvPr id="6" name="Slide Number Placeholder 5">
            <a:extLst>
              <a:ext uri="{FF2B5EF4-FFF2-40B4-BE49-F238E27FC236}">
                <a16:creationId xmlns:a16="http://schemas.microsoft.com/office/drawing/2014/main" id="{C761D8E9-2621-5144-62F3-26CD5AD91F99}"/>
              </a:ext>
            </a:extLst>
          </p:cNvPr>
          <p:cNvSpPr>
            <a:spLocks noGrp="1"/>
          </p:cNvSpPr>
          <p:nvPr>
            <p:ph type="sldNum" sz="quarter" idx="12"/>
          </p:nvPr>
        </p:nvSpPr>
        <p:spPr/>
        <p:txBody>
          <a:bodyPr/>
          <a:lstStyle/>
          <a:p>
            <a:fld id="{AEAA3239-9EA4-4A65-A281-97F994456D9F}" type="slidenum">
              <a:rPr lang="en-US" smtClean="0"/>
              <a:t>13</a:t>
            </a:fld>
            <a:endParaRPr lang="en-US" dirty="0"/>
          </a:p>
        </p:txBody>
      </p:sp>
      <p:sp>
        <p:nvSpPr>
          <p:cNvPr id="9" name="TextBox 8">
            <a:extLst>
              <a:ext uri="{FF2B5EF4-FFF2-40B4-BE49-F238E27FC236}">
                <a16:creationId xmlns:a16="http://schemas.microsoft.com/office/drawing/2014/main" id="{53901F99-A69F-F2E9-5B17-413C76D8096E}"/>
              </a:ext>
            </a:extLst>
          </p:cNvPr>
          <p:cNvSpPr txBox="1"/>
          <p:nvPr/>
        </p:nvSpPr>
        <p:spPr>
          <a:xfrm>
            <a:off x="619125" y="1606282"/>
            <a:ext cx="5546101" cy="5188217"/>
          </a:xfrm>
          <a:prstGeom prst="rect">
            <a:avLst/>
          </a:prstGeom>
          <a:noFill/>
        </p:spPr>
        <p:txBody>
          <a:bodyPr wrap="square" rtlCol="0">
            <a:normAutofit fontScale="92500" lnSpcReduction="20000"/>
          </a:bodyPr>
          <a:lstStyle/>
          <a:p>
            <a:r>
              <a:rPr lang="en-GB" b="1" dirty="0">
                <a:latin typeface="Avenir"/>
              </a:rPr>
              <a:t>Longitudinal Comparison: D0 vs D14 Responders</a:t>
            </a:r>
            <a:endParaRPr lang="en-GB" dirty="0">
              <a:latin typeface="Avenir"/>
            </a:endParaRPr>
          </a:p>
          <a:p>
            <a:r>
              <a:rPr lang="en-GB" dirty="0">
                <a:latin typeface="Avenir"/>
              </a:rPr>
              <a:t>Proteins analysed (after filtering): 1162</a:t>
            </a:r>
          </a:p>
          <a:p>
            <a:r>
              <a:rPr lang="en-GB" dirty="0">
                <a:latin typeface="Avenir"/>
              </a:rPr>
              <a:t>Proteins with significant raw p-values: 94</a:t>
            </a:r>
          </a:p>
          <a:p>
            <a:r>
              <a:rPr lang="en-GB" dirty="0">
                <a:latin typeface="Avenir"/>
              </a:rPr>
              <a:t>Proteins with significant adjusted p-values: 0</a:t>
            </a:r>
          </a:p>
          <a:p>
            <a:r>
              <a:rPr lang="en-GB" dirty="0">
                <a:latin typeface="Avenir"/>
              </a:rPr>
              <a:t> </a:t>
            </a:r>
          </a:p>
          <a:p>
            <a:endParaRPr lang="en-GB" dirty="0">
              <a:latin typeface="Avenir"/>
            </a:endParaRPr>
          </a:p>
          <a:p>
            <a:r>
              <a:rPr lang="en-GB" b="1" dirty="0">
                <a:latin typeface="Avenir"/>
              </a:rPr>
              <a:t>Group Comparison: D14 Responders vs Non-Responders</a:t>
            </a:r>
            <a:endParaRPr lang="en-GB" dirty="0">
              <a:latin typeface="Avenir"/>
            </a:endParaRPr>
          </a:p>
          <a:p>
            <a:r>
              <a:rPr lang="en-GB" dirty="0">
                <a:latin typeface="Avenir"/>
              </a:rPr>
              <a:t>Proteins analysed (after filtering): 1162</a:t>
            </a:r>
          </a:p>
          <a:p>
            <a:r>
              <a:rPr lang="en-GB" dirty="0">
                <a:latin typeface="Avenir"/>
              </a:rPr>
              <a:t>Proteins with significant raw p-values: 10</a:t>
            </a:r>
          </a:p>
          <a:p>
            <a:r>
              <a:rPr lang="en-GB" dirty="0">
                <a:latin typeface="Avenir"/>
              </a:rPr>
              <a:t>Proteins with significant adjusted p-values: 0</a:t>
            </a:r>
          </a:p>
          <a:p>
            <a:r>
              <a:rPr lang="en-GB" dirty="0">
                <a:latin typeface="Avenir"/>
              </a:rPr>
              <a:t> </a:t>
            </a:r>
          </a:p>
          <a:p>
            <a:endParaRPr lang="en-GB" dirty="0">
              <a:latin typeface="Avenir"/>
            </a:endParaRPr>
          </a:p>
          <a:p>
            <a:r>
              <a:rPr lang="en-GB" b="1" dirty="0">
                <a:latin typeface="Avenir"/>
              </a:rPr>
              <a:t>Delta Comparison: Difference from D0 to D14 in Responders vs Non-Responders</a:t>
            </a:r>
            <a:endParaRPr lang="en-GB" dirty="0">
              <a:latin typeface="Avenir"/>
            </a:endParaRPr>
          </a:p>
          <a:p>
            <a:r>
              <a:rPr lang="en-GB" dirty="0">
                <a:latin typeface="Avenir"/>
              </a:rPr>
              <a:t>Proteins analysed (after filtering): 1162</a:t>
            </a:r>
          </a:p>
          <a:p>
            <a:r>
              <a:rPr lang="en-GB" dirty="0">
                <a:latin typeface="Avenir"/>
              </a:rPr>
              <a:t>Proteins with significant raw p-values: 156</a:t>
            </a:r>
          </a:p>
          <a:p>
            <a:r>
              <a:rPr lang="en-GB" dirty="0">
                <a:latin typeface="Avenir"/>
              </a:rPr>
              <a:t>Proteins with significant adjusted p-values: 0 </a:t>
            </a:r>
          </a:p>
          <a:p>
            <a:r>
              <a:rPr lang="en-GB" dirty="0">
                <a:latin typeface="Avenir"/>
              </a:rPr>
              <a:t> </a:t>
            </a:r>
          </a:p>
          <a:p>
            <a:endParaRPr lang="en-GB" dirty="0">
              <a:latin typeface="Avenir"/>
            </a:endParaRPr>
          </a:p>
          <a:p>
            <a:r>
              <a:rPr lang="en-GB" b="1" dirty="0">
                <a:latin typeface="Avenir"/>
              </a:rPr>
              <a:t>Baseline Group Comparison: D0 Responders vs Non-Responders</a:t>
            </a:r>
            <a:endParaRPr lang="en-GB" dirty="0">
              <a:latin typeface="Avenir"/>
            </a:endParaRPr>
          </a:p>
          <a:p>
            <a:r>
              <a:rPr lang="en-GB" dirty="0">
                <a:latin typeface="Avenir"/>
              </a:rPr>
              <a:t>Proteins analysed (after filtering): 1162</a:t>
            </a:r>
          </a:p>
          <a:p>
            <a:r>
              <a:rPr lang="en-GB" dirty="0">
                <a:latin typeface="Avenir"/>
              </a:rPr>
              <a:t>Proteins with significant raw p-values: 240</a:t>
            </a:r>
          </a:p>
          <a:p>
            <a:r>
              <a:rPr lang="en-GB" dirty="0">
                <a:latin typeface="Avenir"/>
              </a:rPr>
              <a:t>Proteins with significant adjusted p-values: 16 </a:t>
            </a:r>
          </a:p>
        </p:txBody>
      </p:sp>
      <p:sp>
        <p:nvSpPr>
          <p:cNvPr id="8" name="Content Placeholder 3">
            <a:extLst>
              <a:ext uri="{FF2B5EF4-FFF2-40B4-BE49-F238E27FC236}">
                <a16:creationId xmlns:a16="http://schemas.microsoft.com/office/drawing/2014/main" id="{CA54F40E-35E5-C287-23EE-0EF7159EBF24}"/>
              </a:ext>
            </a:extLst>
          </p:cNvPr>
          <p:cNvSpPr txBox="1">
            <a:spLocks/>
          </p:cNvSpPr>
          <p:nvPr/>
        </p:nvSpPr>
        <p:spPr>
          <a:xfrm>
            <a:off x="6329051" y="6222375"/>
            <a:ext cx="2929249" cy="781942"/>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0"/>
              </a:spcBef>
              <a:buFont typeface="Arial" panose="020B0604020202020204" pitchFamily="34" charset="0"/>
              <a:buChar char="•"/>
              <a:defRPr sz="1400" b="0" i="0" kern="1200">
                <a:solidFill>
                  <a:schemeClr val="tx1"/>
                </a:solidFill>
                <a:latin typeface="+mn-lt"/>
                <a:ea typeface="+mn-ea"/>
                <a:cs typeface="+mn-cs"/>
              </a:defRPr>
            </a:lvl1pPr>
            <a:lvl2pPr marL="457200" indent="-228600" algn="l" defTabSz="914400" rtl="0" eaLnBrk="1" latinLnBrk="0" hangingPunct="1">
              <a:lnSpc>
                <a:spcPct val="120000"/>
              </a:lnSpc>
              <a:spcBef>
                <a:spcPts val="0"/>
              </a:spcBef>
              <a:buFont typeface="Arial" panose="020B0604020202020204" pitchFamily="34" charset="0"/>
              <a:buChar char="•"/>
              <a:defRPr sz="1400" b="0" i="0" kern="1200">
                <a:solidFill>
                  <a:schemeClr val="tx1"/>
                </a:solidFill>
                <a:latin typeface="+mn-lt"/>
                <a:ea typeface="+mn-ea"/>
                <a:cs typeface="+mn-cs"/>
              </a:defRPr>
            </a:lvl2pPr>
            <a:lvl3pPr marL="685800" indent="-228600" algn="l" defTabSz="914400" rtl="0" eaLnBrk="1" latinLnBrk="0" hangingPunct="1">
              <a:lnSpc>
                <a:spcPct val="120000"/>
              </a:lnSpc>
              <a:spcBef>
                <a:spcPts val="0"/>
              </a:spcBef>
              <a:buFont typeface="Arial" panose="020B0604020202020204" pitchFamily="34" charset="0"/>
              <a:buChar char="•"/>
              <a:defRPr sz="1400" b="0" i="0" kern="1200">
                <a:solidFill>
                  <a:schemeClr val="tx1"/>
                </a:solidFill>
                <a:latin typeface="+mn-lt"/>
                <a:ea typeface="+mn-ea"/>
                <a:cs typeface="+mn-cs"/>
              </a:defRPr>
            </a:lvl3pPr>
            <a:lvl4pPr marL="914400" indent="-228600" algn="l" defTabSz="914400" rtl="0" eaLnBrk="1" latinLnBrk="0" hangingPunct="1">
              <a:lnSpc>
                <a:spcPct val="120000"/>
              </a:lnSpc>
              <a:spcBef>
                <a:spcPts val="0"/>
              </a:spcBef>
              <a:buFont typeface="Arial" panose="020B0604020202020204" pitchFamily="34" charset="0"/>
              <a:buChar char="•"/>
              <a:defRPr sz="1400" b="0" i="0" kern="1200">
                <a:solidFill>
                  <a:schemeClr val="tx1"/>
                </a:solidFill>
                <a:latin typeface="+mn-lt"/>
                <a:ea typeface="+mn-ea"/>
                <a:cs typeface="+mn-cs"/>
              </a:defRPr>
            </a:lvl4pPr>
            <a:lvl5pPr marL="1143000" indent="-228600" algn="l" defTabSz="914400" rtl="0" eaLnBrk="1" latinLnBrk="0" hangingPunct="1">
              <a:lnSpc>
                <a:spcPct val="120000"/>
              </a:lnSpc>
              <a:spcBef>
                <a:spcPts val="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2000" dirty="0">
                <a:solidFill>
                  <a:srgbClr val="FFC000"/>
                </a:solidFill>
                <a:latin typeface="Avenir"/>
              </a:rPr>
              <a:t>Baseline comparison</a:t>
            </a:r>
            <a:endParaRPr lang="en-GB" sz="900" dirty="0">
              <a:solidFill>
                <a:srgbClr val="FFC000"/>
              </a:solidFill>
              <a:latin typeface="Avenir"/>
            </a:endParaRPr>
          </a:p>
        </p:txBody>
      </p:sp>
      <p:pic>
        <p:nvPicPr>
          <p:cNvPr id="11" name="Picture 10">
            <a:extLst>
              <a:ext uri="{FF2B5EF4-FFF2-40B4-BE49-F238E27FC236}">
                <a16:creationId xmlns:a16="http://schemas.microsoft.com/office/drawing/2014/main" id="{E44A5822-DB4C-985D-8FB4-10FCBB4F213F}"/>
              </a:ext>
            </a:extLst>
          </p:cNvPr>
          <p:cNvPicPr>
            <a:picLocks noChangeAspect="1"/>
          </p:cNvPicPr>
          <p:nvPr/>
        </p:nvPicPr>
        <p:blipFill>
          <a:blip r:embed="rId5"/>
          <a:stretch>
            <a:fillRect/>
          </a:stretch>
        </p:blipFill>
        <p:spPr>
          <a:xfrm>
            <a:off x="5842000" y="1132233"/>
            <a:ext cx="6350000" cy="5090142"/>
          </a:xfrm>
          <a:prstGeom prst="rect">
            <a:avLst/>
          </a:prstGeom>
        </p:spPr>
      </p:pic>
    </p:spTree>
    <p:extLst>
      <p:ext uri="{BB962C8B-B14F-4D97-AF65-F5344CB8AC3E}">
        <p14:creationId xmlns:p14="http://schemas.microsoft.com/office/powerpoint/2010/main" val="11371645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DC20E-FED9-D503-7325-C0FE82A829F2}"/>
            </a:ext>
          </a:extLst>
        </p:cNvPr>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50EA317E-009A-780F-AFC4-01AF21F4389D}"/>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C2C1581B-404F-0925-0DF9-E8D77A8AB25C}"/>
              </a:ext>
            </a:extLst>
          </p:cNvPr>
          <p:cNvSpPr>
            <a:spLocks noGrp="1"/>
          </p:cNvSpPr>
          <p:nvPr>
            <p:ph sz="quarter" idx="16"/>
          </p:nvPr>
        </p:nvSpPr>
        <p:spPr>
          <a:xfrm>
            <a:off x="619125" y="619125"/>
            <a:ext cx="7489825" cy="781942"/>
          </a:xfrm>
        </p:spPr>
        <p:txBody>
          <a:bodyPr>
            <a:normAutofit/>
          </a:bodyPr>
          <a:lstStyle/>
          <a:p>
            <a:pPr marL="0" marR="0" indent="0" algn="l">
              <a:buNone/>
            </a:pPr>
            <a:r>
              <a:rPr lang="en-GB" sz="3600" dirty="0">
                <a:solidFill>
                  <a:srgbClr val="FFC000"/>
                </a:solidFill>
                <a:effectLst/>
                <a:latin typeface="Avenir"/>
              </a:rPr>
              <a:t>Soluble Logistic Regression</a:t>
            </a:r>
            <a:endParaRPr lang="en-GB" sz="1200" dirty="0">
              <a:solidFill>
                <a:srgbClr val="FFC000"/>
              </a:solidFill>
              <a:latin typeface="Avenir"/>
            </a:endParaRPr>
          </a:p>
        </p:txBody>
      </p:sp>
      <p:sp>
        <p:nvSpPr>
          <p:cNvPr id="6" name="Slide Number Placeholder 5">
            <a:extLst>
              <a:ext uri="{FF2B5EF4-FFF2-40B4-BE49-F238E27FC236}">
                <a16:creationId xmlns:a16="http://schemas.microsoft.com/office/drawing/2014/main" id="{34EB6500-DA61-7D10-B33A-D70043A06749}"/>
              </a:ext>
            </a:extLst>
          </p:cNvPr>
          <p:cNvSpPr>
            <a:spLocks noGrp="1"/>
          </p:cNvSpPr>
          <p:nvPr>
            <p:ph type="sldNum" sz="quarter" idx="12"/>
          </p:nvPr>
        </p:nvSpPr>
        <p:spPr/>
        <p:txBody>
          <a:bodyPr/>
          <a:lstStyle/>
          <a:p>
            <a:fld id="{AEAA3239-9EA4-4A65-A281-97F994456D9F}" type="slidenum">
              <a:rPr lang="en-US" smtClean="0"/>
              <a:t>14</a:t>
            </a:fld>
            <a:endParaRPr lang="en-US" dirty="0"/>
          </a:p>
        </p:txBody>
      </p:sp>
      <p:sp>
        <p:nvSpPr>
          <p:cNvPr id="9" name="TextBox 8">
            <a:extLst>
              <a:ext uri="{FF2B5EF4-FFF2-40B4-BE49-F238E27FC236}">
                <a16:creationId xmlns:a16="http://schemas.microsoft.com/office/drawing/2014/main" id="{D29FC69E-9E4F-F0A8-F9E5-3EEFBCED1EB4}"/>
              </a:ext>
            </a:extLst>
          </p:cNvPr>
          <p:cNvSpPr txBox="1"/>
          <p:nvPr/>
        </p:nvSpPr>
        <p:spPr>
          <a:xfrm>
            <a:off x="619125" y="1606282"/>
            <a:ext cx="5546101" cy="4953267"/>
          </a:xfrm>
          <a:prstGeom prst="rect">
            <a:avLst/>
          </a:prstGeom>
          <a:noFill/>
        </p:spPr>
        <p:txBody>
          <a:bodyPr wrap="square" rtlCol="0">
            <a:normAutofit fontScale="85000" lnSpcReduction="20000"/>
          </a:bodyPr>
          <a:lstStyle/>
          <a:p>
            <a:r>
              <a:rPr lang="en-GB" sz="1600" b="1" dirty="0"/>
              <a:t>Group Comparison: D14 Responders vs Non-Responders</a:t>
            </a:r>
            <a:endParaRPr lang="en-GB" sz="1600" dirty="0"/>
          </a:p>
          <a:p>
            <a:r>
              <a:rPr lang="en-GB" sz="1600" dirty="0"/>
              <a:t>Accuracy: 0.6154</a:t>
            </a:r>
          </a:p>
          <a:p>
            <a:r>
              <a:rPr lang="en-GB" sz="1600" dirty="0"/>
              <a:t>F1 Score: 0.6667</a:t>
            </a:r>
          </a:p>
          <a:p>
            <a:r>
              <a:rPr lang="en-GB" sz="1600" dirty="0"/>
              <a:t>Confusion Matrix (Rows=Actual, Cols=Predicted):</a:t>
            </a:r>
          </a:p>
          <a:p>
            <a:r>
              <a:rPr lang="en-GB" sz="1600" dirty="0"/>
              <a:t>[[3 3]</a:t>
            </a:r>
          </a:p>
          <a:p>
            <a:r>
              <a:rPr lang="en-GB" sz="1600" dirty="0"/>
              <a:t> [2 5]]</a:t>
            </a:r>
          </a:p>
          <a:p>
            <a:r>
              <a:rPr lang="en-GB" sz="1600" dirty="0"/>
              <a:t> </a:t>
            </a:r>
          </a:p>
          <a:p>
            <a:r>
              <a:rPr lang="en-GB" sz="1600" dirty="0"/>
              <a:t>Best Regularization Strength (C): 2.782559402207126</a:t>
            </a:r>
          </a:p>
          <a:p>
            <a:r>
              <a:rPr lang="en-GB" sz="1600" dirty="0"/>
              <a:t>Best L1 Ratio: 0.95</a:t>
            </a:r>
          </a:p>
          <a:p>
            <a:r>
              <a:rPr lang="en-GB" sz="1600" dirty="0"/>
              <a:t>36 proteins selected (have coefficients)</a:t>
            </a:r>
          </a:p>
          <a:p>
            <a:r>
              <a:rPr lang="en-GB" sz="1600" b="1" dirty="0"/>
              <a:t>Results potentially meaningful</a:t>
            </a:r>
          </a:p>
          <a:p>
            <a:endParaRPr lang="en-GB" sz="1600" b="1" dirty="0"/>
          </a:p>
          <a:p>
            <a:endParaRPr lang="en-GB" sz="1600" b="1" dirty="0"/>
          </a:p>
          <a:p>
            <a:endParaRPr lang="en-GB" sz="1600" b="1" dirty="0"/>
          </a:p>
          <a:p>
            <a:endParaRPr lang="en-GB" sz="1600" b="1" dirty="0"/>
          </a:p>
          <a:p>
            <a:r>
              <a:rPr lang="en-GB" sz="1600" b="1" dirty="0"/>
              <a:t>Baseline Group Comparison: D0 Responders vs Non-Responders</a:t>
            </a:r>
            <a:endParaRPr lang="en-GB" sz="1600" dirty="0"/>
          </a:p>
          <a:p>
            <a:r>
              <a:rPr lang="en-GB" sz="1600" dirty="0"/>
              <a:t>Accuracy: 0.8462</a:t>
            </a:r>
          </a:p>
          <a:p>
            <a:r>
              <a:rPr lang="en-GB" sz="1600" dirty="0"/>
              <a:t>F1 Score: 0.8571</a:t>
            </a:r>
          </a:p>
          <a:p>
            <a:r>
              <a:rPr lang="en-GB" sz="1600" dirty="0"/>
              <a:t>Confusion Matrix (Rows=Actual, Cols=Predicted):</a:t>
            </a:r>
          </a:p>
          <a:p>
            <a:r>
              <a:rPr lang="en-GB" sz="1600" dirty="0"/>
              <a:t>[[5 1]</a:t>
            </a:r>
          </a:p>
          <a:p>
            <a:r>
              <a:rPr lang="en-GB" sz="1600" dirty="0"/>
              <a:t> [1 6]]</a:t>
            </a:r>
          </a:p>
          <a:p>
            <a:r>
              <a:rPr lang="en-GB" sz="1600" dirty="0"/>
              <a:t> </a:t>
            </a:r>
          </a:p>
          <a:p>
            <a:r>
              <a:rPr lang="en-GB" sz="1600" dirty="0"/>
              <a:t>Best Regularization Strength (C): 0.3593813663804626</a:t>
            </a:r>
          </a:p>
          <a:p>
            <a:r>
              <a:rPr lang="en-GB" sz="1600" dirty="0"/>
              <a:t>Best L1 Ratio: 0.1</a:t>
            </a:r>
          </a:p>
          <a:p>
            <a:r>
              <a:rPr lang="en-GB" sz="1600" dirty="0"/>
              <a:t>257 proteins selected</a:t>
            </a:r>
          </a:p>
          <a:p>
            <a:r>
              <a:rPr lang="en-GB" sz="1600" b="1" dirty="0"/>
              <a:t>Results potentially meaningful</a:t>
            </a:r>
            <a:endParaRPr lang="en-GB" sz="1600" dirty="0"/>
          </a:p>
        </p:txBody>
      </p:sp>
    </p:spTree>
    <p:extLst>
      <p:ext uri="{BB962C8B-B14F-4D97-AF65-F5344CB8AC3E}">
        <p14:creationId xmlns:p14="http://schemas.microsoft.com/office/powerpoint/2010/main" val="8628378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F663DB-494F-D7A8-0D5D-CE5A58BADB4D}"/>
            </a:ext>
          </a:extLst>
        </p:cNvPr>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B44553E1-42BD-BAE1-5600-F046B55CA92D}"/>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BCEE6854-2106-FCA7-F3EC-FA1AAFEFF1C9}"/>
              </a:ext>
            </a:extLst>
          </p:cNvPr>
          <p:cNvSpPr>
            <a:spLocks noGrp="1"/>
          </p:cNvSpPr>
          <p:nvPr>
            <p:ph sz="quarter" idx="16"/>
          </p:nvPr>
        </p:nvSpPr>
        <p:spPr>
          <a:xfrm>
            <a:off x="619125" y="619125"/>
            <a:ext cx="7489825" cy="781942"/>
          </a:xfrm>
        </p:spPr>
        <p:txBody>
          <a:bodyPr>
            <a:normAutofit/>
          </a:bodyPr>
          <a:lstStyle/>
          <a:p>
            <a:pPr marL="0" marR="0" indent="0" algn="l">
              <a:buNone/>
            </a:pPr>
            <a:r>
              <a:rPr lang="en-GB" sz="3600" dirty="0">
                <a:solidFill>
                  <a:srgbClr val="FFC000"/>
                </a:solidFill>
                <a:latin typeface="Avenir"/>
              </a:rPr>
              <a:t>Ins</a:t>
            </a:r>
            <a:r>
              <a:rPr lang="en-GB" sz="3600" dirty="0">
                <a:solidFill>
                  <a:srgbClr val="FFC000"/>
                </a:solidFill>
                <a:effectLst/>
                <a:latin typeface="Avenir"/>
              </a:rPr>
              <a:t>oluble Logistic Regression</a:t>
            </a:r>
            <a:endParaRPr lang="en-GB" sz="1200" dirty="0">
              <a:solidFill>
                <a:srgbClr val="FFC000"/>
              </a:solidFill>
              <a:latin typeface="Avenir"/>
            </a:endParaRPr>
          </a:p>
        </p:txBody>
      </p:sp>
      <p:sp>
        <p:nvSpPr>
          <p:cNvPr id="6" name="Slide Number Placeholder 5">
            <a:extLst>
              <a:ext uri="{FF2B5EF4-FFF2-40B4-BE49-F238E27FC236}">
                <a16:creationId xmlns:a16="http://schemas.microsoft.com/office/drawing/2014/main" id="{CB301C34-4E3A-141F-CFF0-8303E0530B20}"/>
              </a:ext>
            </a:extLst>
          </p:cNvPr>
          <p:cNvSpPr>
            <a:spLocks noGrp="1"/>
          </p:cNvSpPr>
          <p:nvPr>
            <p:ph type="sldNum" sz="quarter" idx="12"/>
          </p:nvPr>
        </p:nvSpPr>
        <p:spPr/>
        <p:txBody>
          <a:bodyPr/>
          <a:lstStyle/>
          <a:p>
            <a:fld id="{AEAA3239-9EA4-4A65-A281-97F994456D9F}" type="slidenum">
              <a:rPr lang="en-US" smtClean="0"/>
              <a:t>15</a:t>
            </a:fld>
            <a:endParaRPr lang="en-US" dirty="0"/>
          </a:p>
        </p:txBody>
      </p:sp>
      <p:sp>
        <p:nvSpPr>
          <p:cNvPr id="9" name="TextBox 8">
            <a:extLst>
              <a:ext uri="{FF2B5EF4-FFF2-40B4-BE49-F238E27FC236}">
                <a16:creationId xmlns:a16="http://schemas.microsoft.com/office/drawing/2014/main" id="{453489E3-D2FC-403F-3EBD-8C77ED392167}"/>
              </a:ext>
            </a:extLst>
          </p:cNvPr>
          <p:cNvSpPr txBox="1"/>
          <p:nvPr/>
        </p:nvSpPr>
        <p:spPr>
          <a:xfrm>
            <a:off x="619125" y="1606282"/>
            <a:ext cx="6823075" cy="4953267"/>
          </a:xfrm>
          <a:prstGeom prst="rect">
            <a:avLst/>
          </a:prstGeom>
          <a:noFill/>
        </p:spPr>
        <p:txBody>
          <a:bodyPr wrap="square" rtlCol="0">
            <a:normAutofit/>
          </a:bodyPr>
          <a:lstStyle/>
          <a:p>
            <a:r>
              <a:rPr lang="en-GB" sz="1600" b="1" dirty="0"/>
              <a:t>No panel of proteins found to generate an accurate model</a:t>
            </a:r>
            <a:endParaRPr lang="en-GB" sz="1600" dirty="0"/>
          </a:p>
        </p:txBody>
      </p:sp>
    </p:spTree>
    <p:extLst>
      <p:ext uri="{BB962C8B-B14F-4D97-AF65-F5344CB8AC3E}">
        <p14:creationId xmlns:p14="http://schemas.microsoft.com/office/powerpoint/2010/main" val="27136264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E2AB9-436D-F0B5-5FFA-F47E3F00666F}"/>
            </a:ext>
          </a:extLst>
        </p:cNvPr>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02BFC017-B7C8-20A0-1EDD-5D74537BC38E}"/>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FAE7D5C4-0C64-0FA6-3978-CE6AB3D2482E}"/>
              </a:ext>
            </a:extLst>
          </p:cNvPr>
          <p:cNvSpPr>
            <a:spLocks noGrp="1"/>
          </p:cNvSpPr>
          <p:nvPr>
            <p:ph sz="quarter" idx="16"/>
          </p:nvPr>
        </p:nvSpPr>
        <p:spPr>
          <a:xfrm>
            <a:off x="619125" y="619125"/>
            <a:ext cx="7489825" cy="781942"/>
          </a:xfrm>
        </p:spPr>
        <p:txBody>
          <a:bodyPr>
            <a:normAutofit/>
          </a:bodyPr>
          <a:lstStyle/>
          <a:p>
            <a:pPr marL="0" marR="0" indent="0" algn="l">
              <a:buNone/>
            </a:pPr>
            <a:r>
              <a:rPr lang="en-GB" sz="3600" dirty="0">
                <a:solidFill>
                  <a:srgbClr val="FFC000"/>
                </a:solidFill>
                <a:effectLst/>
                <a:latin typeface="Avenir"/>
              </a:rPr>
              <a:t>SPE Logistic Regression</a:t>
            </a:r>
            <a:endParaRPr lang="en-GB" sz="1200" dirty="0">
              <a:solidFill>
                <a:srgbClr val="FFC000"/>
              </a:solidFill>
              <a:latin typeface="Avenir"/>
            </a:endParaRPr>
          </a:p>
        </p:txBody>
      </p:sp>
      <p:sp>
        <p:nvSpPr>
          <p:cNvPr id="6" name="Slide Number Placeholder 5">
            <a:extLst>
              <a:ext uri="{FF2B5EF4-FFF2-40B4-BE49-F238E27FC236}">
                <a16:creationId xmlns:a16="http://schemas.microsoft.com/office/drawing/2014/main" id="{4E6CD17F-ECF5-8B4E-F50F-3C69CE454F56}"/>
              </a:ext>
            </a:extLst>
          </p:cNvPr>
          <p:cNvSpPr>
            <a:spLocks noGrp="1"/>
          </p:cNvSpPr>
          <p:nvPr>
            <p:ph type="sldNum" sz="quarter" idx="12"/>
          </p:nvPr>
        </p:nvSpPr>
        <p:spPr/>
        <p:txBody>
          <a:bodyPr/>
          <a:lstStyle/>
          <a:p>
            <a:fld id="{AEAA3239-9EA4-4A65-A281-97F994456D9F}" type="slidenum">
              <a:rPr lang="en-US" smtClean="0"/>
              <a:t>16</a:t>
            </a:fld>
            <a:endParaRPr lang="en-US" dirty="0"/>
          </a:p>
        </p:txBody>
      </p:sp>
      <p:sp>
        <p:nvSpPr>
          <p:cNvPr id="9" name="TextBox 8">
            <a:extLst>
              <a:ext uri="{FF2B5EF4-FFF2-40B4-BE49-F238E27FC236}">
                <a16:creationId xmlns:a16="http://schemas.microsoft.com/office/drawing/2014/main" id="{11B25128-010A-1A3E-4A04-8A3BF11BF412}"/>
              </a:ext>
            </a:extLst>
          </p:cNvPr>
          <p:cNvSpPr txBox="1"/>
          <p:nvPr/>
        </p:nvSpPr>
        <p:spPr>
          <a:xfrm>
            <a:off x="619125" y="1401067"/>
            <a:ext cx="10175875" cy="5456933"/>
          </a:xfrm>
          <a:prstGeom prst="rect">
            <a:avLst/>
          </a:prstGeom>
          <a:noFill/>
        </p:spPr>
        <p:txBody>
          <a:bodyPr wrap="square" numCol="2" rtlCol="0">
            <a:normAutofit/>
          </a:bodyPr>
          <a:lstStyle/>
          <a:p>
            <a:r>
              <a:rPr lang="en-GB" sz="1400" b="1" dirty="0"/>
              <a:t>Longitudinal Comparison: D0 vs D14 Responders</a:t>
            </a:r>
            <a:endParaRPr lang="en-GB" sz="1400" dirty="0"/>
          </a:p>
          <a:p>
            <a:r>
              <a:rPr lang="en-GB" sz="1400" dirty="0"/>
              <a:t>Accuracy: 0.5714</a:t>
            </a:r>
          </a:p>
          <a:p>
            <a:r>
              <a:rPr lang="en-GB" sz="1400" dirty="0"/>
              <a:t>F1 Score: 0.5714</a:t>
            </a:r>
          </a:p>
          <a:p>
            <a:r>
              <a:rPr lang="en-GB" sz="1400" dirty="0"/>
              <a:t>Confusion Matrix (Rows=Actual, Cols=Predicted):</a:t>
            </a:r>
          </a:p>
          <a:p>
            <a:r>
              <a:rPr lang="en-GB" sz="1400" dirty="0"/>
              <a:t>[[4 3]</a:t>
            </a:r>
          </a:p>
          <a:p>
            <a:r>
              <a:rPr lang="en-GB" sz="1400" dirty="0"/>
              <a:t> [3 4]]</a:t>
            </a:r>
          </a:p>
          <a:p>
            <a:r>
              <a:rPr lang="en-GB" sz="1400" dirty="0"/>
              <a:t> </a:t>
            </a:r>
          </a:p>
          <a:p>
            <a:r>
              <a:rPr lang="en-GB" sz="1400" dirty="0"/>
              <a:t>Best Regularization Strength (C): 0.046415888336127774</a:t>
            </a:r>
          </a:p>
          <a:p>
            <a:r>
              <a:rPr lang="en-GB" sz="1400" dirty="0"/>
              <a:t>Best L1 Ratio: 0.1</a:t>
            </a:r>
          </a:p>
          <a:p>
            <a:r>
              <a:rPr lang="en-GB" sz="1400" dirty="0"/>
              <a:t>64 proteins selected</a:t>
            </a:r>
          </a:p>
          <a:p>
            <a:r>
              <a:rPr lang="en-GB" sz="1400" b="1" dirty="0"/>
              <a:t>Results potentially meaningful</a:t>
            </a:r>
            <a:endParaRPr lang="en-GB" sz="1400" dirty="0"/>
          </a:p>
          <a:p>
            <a:r>
              <a:rPr lang="en-GB" sz="1400" dirty="0"/>
              <a:t> </a:t>
            </a:r>
          </a:p>
          <a:p>
            <a:r>
              <a:rPr lang="en-GB" sz="1400" dirty="0"/>
              <a:t>  </a:t>
            </a:r>
          </a:p>
          <a:p>
            <a:r>
              <a:rPr lang="en-GB" sz="1400" b="1" dirty="0"/>
              <a:t>Delta Comparison: Difference from D0 to D14 in Responders vs Non-Responders</a:t>
            </a:r>
            <a:endParaRPr lang="en-GB" sz="1400" dirty="0"/>
          </a:p>
          <a:p>
            <a:r>
              <a:rPr lang="en-GB" sz="1400" dirty="0"/>
              <a:t>Accuracy: 0.6154</a:t>
            </a:r>
          </a:p>
          <a:p>
            <a:r>
              <a:rPr lang="en-GB" sz="1400" dirty="0"/>
              <a:t>F1 Score: 0.6667</a:t>
            </a:r>
          </a:p>
          <a:p>
            <a:r>
              <a:rPr lang="en-GB" sz="1400" dirty="0"/>
              <a:t>Confusion Matrix (Rows=Actual, Cols=Predicted):</a:t>
            </a:r>
          </a:p>
          <a:p>
            <a:r>
              <a:rPr lang="en-GB" sz="1400" dirty="0"/>
              <a:t>[[3 3]</a:t>
            </a:r>
          </a:p>
          <a:p>
            <a:r>
              <a:rPr lang="en-GB" sz="1400" dirty="0"/>
              <a:t> [2 5]]</a:t>
            </a:r>
          </a:p>
          <a:p>
            <a:r>
              <a:rPr lang="en-GB" sz="1400" dirty="0"/>
              <a:t> </a:t>
            </a:r>
          </a:p>
          <a:p>
            <a:r>
              <a:rPr lang="en-GB" sz="1400" dirty="0"/>
              <a:t>Best Regularization Strength (C): 0.046415888336127774</a:t>
            </a:r>
          </a:p>
          <a:p>
            <a:r>
              <a:rPr lang="en-GB" sz="1400" dirty="0"/>
              <a:t>Best L1 Ratio: 0.1</a:t>
            </a:r>
          </a:p>
          <a:p>
            <a:r>
              <a:rPr lang="en-GB" sz="1400" dirty="0"/>
              <a:t>74 proteins selected</a:t>
            </a:r>
          </a:p>
          <a:p>
            <a:r>
              <a:rPr lang="en-GB" sz="1400" b="1" dirty="0"/>
              <a:t>Results potentially meaningful</a:t>
            </a:r>
            <a:endParaRPr lang="en-GB" sz="1400" dirty="0"/>
          </a:p>
          <a:p>
            <a:r>
              <a:rPr lang="en-GB" sz="1400" b="1" dirty="0"/>
              <a:t>Baseline Group Comparison: D0 Responders vs Non-Responders</a:t>
            </a:r>
            <a:endParaRPr lang="en-GB" sz="1400" dirty="0"/>
          </a:p>
          <a:p>
            <a:r>
              <a:rPr lang="en-GB" sz="1400" dirty="0"/>
              <a:t>Accuracy: 0.8462</a:t>
            </a:r>
          </a:p>
          <a:p>
            <a:r>
              <a:rPr lang="en-GB" sz="1400" dirty="0"/>
              <a:t>F1 Score: 0.8750</a:t>
            </a:r>
          </a:p>
          <a:p>
            <a:r>
              <a:rPr lang="en-GB" sz="1400" dirty="0"/>
              <a:t>Confusion Matrix (Rows=Actual, Cols=Predicted):</a:t>
            </a:r>
          </a:p>
          <a:p>
            <a:r>
              <a:rPr lang="en-GB" sz="1400" dirty="0"/>
              <a:t>[[4 2]</a:t>
            </a:r>
          </a:p>
          <a:p>
            <a:r>
              <a:rPr lang="en-GB" sz="1400" dirty="0"/>
              <a:t> [0 7]]</a:t>
            </a:r>
          </a:p>
          <a:p>
            <a:r>
              <a:rPr lang="en-GB" sz="1400" dirty="0"/>
              <a:t> </a:t>
            </a:r>
          </a:p>
          <a:p>
            <a:r>
              <a:rPr lang="en-GB" sz="1400" dirty="0"/>
              <a:t>Best Regularization Strength (C): 2.782559402207126</a:t>
            </a:r>
          </a:p>
          <a:p>
            <a:r>
              <a:rPr lang="en-GB" sz="1400" dirty="0"/>
              <a:t>Best L1 Ratio: 0.1</a:t>
            </a:r>
          </a:p>
          <a:p>
            <a:r>
              <a:rPr lang="en-GB" sz="1400" dirty="0"/>
              <a:t>Selected 397 proteins</a:t>
            </a:r>
          </a:p>
          <a:p>
            <a:r>
              <a:rPr lang="en-GB" sz="1400" b="1" dirty="0"/>
              <a:t>Results potentially meaningful</a:t>
            </a:r>
            <a:endParaRPr lang="en-GB" sz="1400" dirty="0"/>
          </a:p>
          <a:p>
            <a:endParaRPr lang="en-GB" sz="800" dirty="0"/>
          </a:p>
        </p:txBody>
      </p:sp>
    </p:spTree>
    <p:extLst>
      <p:ext uri="{BB962C8B-B14F-4D97-AF65-F5344CB8AC3E}">
        <p14:creationId xmlns:p14="http://schemas.microsoft.com/office/powerpoint/2010/main" val="8610114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A9F6E4B-0181-6FC7-1D94-B022287F4914}"/>
            </a:ext>
          </a:extLst>
        </p:cNvPr>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53D81E45-5CDF-49EA-6CB3-2DCA0E0A28BE}"/>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43A2A7BF-70E4-ECDB-DA47-B885ADCEBA27}"/>
              </a:ext>
            </a:extLst>
          </p:cNvPr>
          <p:cNvSpPr>
            <a:spLocks noGrp="1"/>
          </p:cNvSpPr>
          <p:nvPr>
            <p:ph sz="quarter" idx="16"/>
          </p:nvPr>
        </p:nvSpPr>
        <p:spPr>
          <a:xfrm>
            <a:off x="619125" y="619125"/>
            <a:ext cx="7489825" cy="781942"/>
          </a:xfrm>
        </p:spPr>
        <p:txBody>
          <a:bodyPr>
            <a:normAutofit/>
          </a:bodyPr>
          <a:lstStyle/>
          <a:p>
            <a:pPr marL="0" marR="0" indent="0" algn="l">
              <a:buNone/>
            </a:pPr>
            <a:r>
              <a:rPr lang="en-GB" sz="3600" dirty="0">
                <a:solidFill>
                  <a:srgbClr val="FFC000"/>
                </a:solidFill>
                <a:effectLst/>
                <a:latin typeface="Avenir"/>
              </a:rPr>
              <a:t>Insoluble PCA</a:t>
            </a:r>
            <a:endParaRPr lang="en-GB" sz="1200" dirty="0">
              <a:solidFill>
                <a:srgbClr val="FFC000"/>
              </a:solidFill>
              <a:latin typeface="Avenir"/>
            </a:endParaRPr>
          </a:p>
        </p:txBody>
      </p:sp>
      <p:sp>
        <p:nvSpPr>
          <p:cNvPr id="6" name="Slide Number Placeholder 5">
            <a:extLst>
              <a:ext uri="{FF2B5EF4-FFF2-40B4-BE49-F238E27FC236}">
                <a16:creationId xmlns:a16="http://schemas.microsoft.com/office/drawing/2014/main" id="{EA6E961D-5C74-33FB-4729-9B664DAE0775}"/>
              </a:ext>
            </a:extLst>
          </p:cNvPr>
          <p:cNvSpPr>
            <a:spLocks noGrp="1"/>
          </p:cNvSpPr>
          <p:nvPr>
            <p:ph type="sldNum" sz="quarter" idx="12"/>
          </p:nvPr>
        </p:nvSpPr>
        <p:spPr/>
        <p:txBody>
          <a:bodyPr/>
          <a:lstStyle/>
          <a:p>
            <a:fld id="{AEAA3239-9EA4-4A65-A281-97F994456D9F}" type="slidenum">
              <a:rPr lang="en-US" smtClean="0"/>
              <a:t>17</a:t>
            </a:fld>
            <a:endParaRPr lang="en-US" dirty="0"/>
          </a:p>
        </p:txBody>
      </p:sp>
      <p:sp>
        <p:nvSpPr>
          <p:cNvPr id="9" name="TextBox 8">
            <a:extLst>
              <a:ext uri="{FF2B5EF4-FFF2-40B4-BE49-F238E27FC236}">
                <a16:creationId xmlns:a16="http://schemas.microsoft.com/office/drawing/2014/main" id="{55A5BAD0-1740-9A7A-F130-ACB493F12FAC}"/>
              </a:ext>
            </a:extLst>
          </p:cNvPr>
          <p:cNvSpPr txBox="1"/>
          <p:nvPr/>
        </p:nvSpPr>
        <p:spPr>
          <a:xfrm>
            <a:off x="619125" y="1606283"/>
            <a:ext cx="5546101" cy="4511296"/>
          </a:xfrm>
          <a:prstGeom prst="rect">
            <a:avLst/>
          </a:prstGeom>
          <a:noFill/>
        </p:spPr>
        <p:txBody>
          <a:bodyPr wrap="square" rtlCol="0">
            <a:normAutofit fontScale="92500" lnSpcReduction="10000"/>
          </a:bodyPr>
          <a:lstStyle/>
          <a:p>
            <a:r>
              <a:rPr lang="en-GB" b="1" dirty="0">
                <a:latin typeface="Avenir"/>
              </a:rPr>
              <a:t>Number of components to explain 95.0% of variance: 15</a:t>
            </a:r>
          </a:p>
          <a:p>
            <a:r>
              <a:rPr lang="en-GB" dirty="0">
                <a:latin typeface="Avenir"/>
              </a:rPr>
              <a:t>  - PC1: 28.50%</a:t>
            </a:r>
          </a:p>
          <a:p>
            <a:r>
              <a:rPr lang="en-GB" dirty="0">
                <a:latin typeface="Avenir"/>
              </a:rPr>
              <a:t>  - PC2: 20.57%</a:t>
            </a:r>
          </a:p>
          <a:p>
            <a:r>
              <a:rPr lang="en-GB" dirty="0">
                <a:latin typeface="Avenir"/>
              </a:rPr>
              <a:t>  - PC3: 13.08%</a:t>
            </a:r>
          </a:p>
          <a:p>
            <a:r>
              <a:rPr lang="en-GB" dirty="0">
                <a:latin typeface="Avenir"/>
              </a:rPr>
              <a:t>  - PC4: 6.77%</a:t>
            </a:r>
          </a:p>
          <a:p>
            <a:r>
              <a:rPr lang="en-GB" dirty="0">
                <a:latin typeface="Avenir"/>
              </a:rPr>
              <a:t>  - PC5: 5.45%</a:t>
            </a:r>
          </a:p>
          <a:p>
            <a:r>
              <a:rPr lang="en-GB" dirty="0">
                <a:latin typeface="Avenir"/>
              </a:rPr>
              <a:t>  - PC6: 3.83%</a:t>
            </a:r>
          </a:p>
          <a:p>
            <a:r>
              <a:rPr lang="en-GB" dirty="0">
                <a:latin typeface="Avenir"/>
              </a:rPr>
              <a:t>  - PC7: 3.61%</a:t>
            </a:r>
          </a:p>
          <a:p>
            <a:r>
              <a:rPr lang="en-GB" dirty="0">
                <a:latin typeface="Avenir"/>
              </a:rPr>
              <a:t>  - PC8: 2.80%</a:t>
            </a:r>
          </a:p>
          <a:p>
            <a:r>
              <a:rPr lang="en-GB" dirty="0">
                <a:latin typeface="Avenir"/>
              </a:rPr>
              <a:t>  - PC9: 2.30%</a:t>
            </a:r>
          </a:p>
          <a:p>
            <a:r>
              <a:rPr lang="en-GB" dirty="0">
                <a:latin typeface="Avenir"/>
              </a:rPr>
              <a:t>  - PC10: 2.07%</a:t>
            </a:r>
          </a:p>
          <a:p>
            <a:r>
              <a:rPr lang="en-GB" dirty="0">
                <a:latin typeface="Avenir"/>
              </a:rPr>
              <a:t>  - PC11: 2.02%</a:t>
            </a:r>
          </a:p>
          <a:p>
            <a:r>
              <a:rPr lang="en-GB" dirty="0">
                <a:latin typeface="Avenir"/>
              </a:rPr>
              <a:t>  - PC12: 1.48%</a:t>
            </a:r>
          </a:p>
          <a:p>
            <a:r>
              <a:rPr lang="en-GB" dirty="0">
                <a:latin typeface="Avenir"/>
              </a:rPr>
              <a:t>  - PC13: 1.27%</a:t>
            </a:r>
          </a:p>
          <a:p>
            <a:r>
              <a:rPr lang="en-GB" dirty="0">
                <a:latin typeface="Avenir"/>
              </a:rPr>
              <a:t>  - PC14: 1.00%</a:t>
            </a:r>
          </a:p>
          <a:p>
            <a:r>
              <a:rPr lang="en-GB" dirty="0">
                <a:latin typeface="Avenir"/>
              </a:rPr>
              <a:t>  - PC15: 0.92%</a:t>
            </a:r>
          </a:p>
          <a:p>
            <a:endParaRPr lang="en-GB" dirty="0">
              <a:latin typeface="Avenir"/>
            </a:endParaRPr>
          </a:p>
          <a:p>
            <a:r>
              <a:rPr lang="en-GB" dirty="0">
                <a:latin typeface="Avenir"/>
              </a:rPr>
              <a:t>Total variance explained by 15 components: 95.68%</a:t>
            </a:r>
          </a:p>
          <a:p>
            <a:pPr marL="285750" marR="0" indent="-285750" algn="l">
              <a:buFont typeface="Arial" panose="020B0604020202020204" pitchFamily="34" charset="0"/>
              <a:buChar char="•"/>
            </a:pPr>
            <a:endParaRPr lang="en-GB" sz="2000" b="0" dirty="0">
              <a:solidFill>
                <a:srgbClr val="000000"/>
              </a:solidFill>
              <a:effectLst/>
              <a:latin typeface="Avenir"/>
            </a:endParaRPr>
          </a:p>
        </p:txBody>
      </p:sp>
    </p:spTree>
    <p:extLst>
      <p:ext uri="{BB962C8B-B14F-4D97-AF65-F5344CB8AC3E}">
        <p14:creationId xmlns:p14="http://schemas.microsoft.com/office/powerpoint/2010/main" val="1471480754"/>
      </p:ext>
    </p:extLst>
  </p:cSld>
  <p:clrMapOvr>
    <a:masterClrMapping/>
  </p:clrMapOvr>
</p:sld>
</file>

<file path=ppt/theme/theme1.xml><?xml version="1.0" encoding="utf-8"?>
<a:theme xmlns:a="http://schemas.openxmlformats.org/drawingml/2006/main" name="Quick study">
  <a:themeElements>
    <a:clrScheme name="Custom 2">
      <a:dk1>
        <a:srgbClr val="000000"/>
      </a:dk1>
      <a:lt1>
        <a:srgbClr val="FFFFFF"/>
      </a:lt1>
      <a:dk2>
        <a:srgbClr val="6B6969"/>
      </a:dk2>
      <a:lt2>
        <a:srgbClr val="FFFEFA"/>
      </a:lt2>
      <a:accent1>
        <a:srgbClr val="DDA151"/>
      </a:accent1>
      <a:accent2>
        <a:srgbClr val="FFD33F"/>
      </a:accent2>
      <a:accent3>
        <a:srgbClr val="E0D9BE"/>
      </a:accent3>
      <a:accent4>
        <a:srgbClr val="0FAE60"/>
      </a:accent4>
      <a:accent5>
        <a:srgbClr val="2B8AD4"/>
      </a:accent5>
      <a:accent6>
        <a:srgbClr val="E1612E"/>
      </a:accent6>
      <a:hlink>
        <a:srgbClr val="467886"/>
      </a:hlink>
      <a:folHlink>
        <a:srgbClr val="96607D"/>
      </a:folHlink>
    </a:clrScheme>
    <a:fontScheme name="Quick study">
      <a:majorFont>
        <a:latin typeface="Mongolian Baiti"/>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Quick Study_win32_SD_V4" id="{62319037-9F07-4567-B4F2-AF117ABC5CCB}" vid="{0BC39864-9F70-40C9-9CA9-1A6913D50BB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2602</Words>
  <Application>Microsoft Office PowerPoint</Application>
  <PresentationFormat>Widescreen</PresentationFormat>
  <Paragraphs>318</Paragraphs>
  <Slides>17</Slides>
  <Notes>17</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Aptos</vt:lpstr>
      <vt:lpstr>Arial</vt:lpstr>
      <vt:lpstr>Avenir</vt:lpstr>
      <vt:lpstr>Avenir Next LT Pro</vt:lpstr>
      <vt:lpstr>Mongolian Baiti</vt:lpstr>
      <vt:lpstr>Quick study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Andreas Panayiotou</dc:creator>
  <cp:lastModifiedBy>Andreas Panayiotou</cp:lastModifiedBy>
  <cp:revision>2</cp:revision>
  <dcterms:created xsi:type="dcterms:W3CDTF">2026-02-09T00:47:28Z</dcterms:created>
  <dcterms:modified xsi:type="dcterms:W3CDTF">2026-02-09T08:17:06Z</dcterms:modified>
</cp:coreProperties>
</file>